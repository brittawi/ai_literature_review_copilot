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2" r:id="rId5"/>
  </p:sldMasterIdLst>
  <p:notesMasterIdLst>
    <p:notesMasterId r:id="rId23"/>
  </p:notesMasterIdLst>
  <p:sldIdLst>
    <p:sldId id="337" r:id="rId6"/>
    <p:sldId id="338" r:id="rId7"/>
    <p:sldId id="339" r:id="rId8"/>
    <p:sldId id="340" r:id="rId9"/>
    <p:sldId id="341" r:id="rId10"/>
    <p:sldId id="342" r:id="rId11"/>
    <p:sldId id="350" r:id="rId12"/>
    <p:sldId id="344" r:id="rId13"/>
    <p:sldId id="351" r:id="rId14"/>
    <p:sldId id="353" r:id="rId15"/>
    <p:sldId id="345" r:id="rId16"/>
    <p:sldId id="346" r:id="rId17"/>
    <p:sldId id="352" r:id="rId18"/>
    <p:sldId id="347" r:id="rId19"/>
    <p:sldId id="348" r:id="rId20"/>
    <p:sldId id="349" r:id="rId21"/>
    <p:sldId id="334" r:id="rId22"/>
  </p:sldIdLst>
  <p:sldSz cx="12192000" cy="6858000"/>
  <p:notesSz cx="6858000" cy="9144000"/>
  <p:defaultText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76A89"/>
    <a:srgbClr val="88A5BD"/>
    <a:srgbClr val="A8B7E0"/>
    <a:srgbClr val="B7EFF4"/>
    <a:srgbClr val="FFE2D3"/>
    <a:srgbClr val="8CD5F6"/>
    <a:srgbClr val="ECECEC"/>
    <a:srgbClr val="FF7932"/>
    <a:srgbClr val="3AD7D7"/>
    <a:srgbClr val="A5B7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3211C3-61C4-3EEC-7C45-6BD72228D61E}" v="139" dt="2026-05-06T04:08:13.853"/>
    <p1510:client id="{4239CEEB-A00F-413B-92B0-450A0B32B079}" v="45" dt="2026-05-06T06:41:21.6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601" autoAdjust="0"/>
    <p:restoredTop sz="86421" autoAdjust="0"/>
  </p:normalViewPr>
  <p:slideViewPr>
    <p:cSldViewPr snapToGrid="0">
      <p:cViewPr>
        <p:scale>
          <a:sx n="66" d="100"/>
          <a:sy n="66" d="100"/>
        </p:scale>
        <p:origin x="1032" y="16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p:scale>
          <a:sx n="90" d="100"/>
          <a:sy n="90" d="100"/>
        </p:scale>
        <p:origin x="2208" y="-22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tta Wilde" userId="S::britta.wilde@ltu.se::198e5540-4ad3-4c03-a660-1595aa6b10c0" providerId="AD" clId="Web-{363211C3-61C4-3EEC-7C45-6BD72228D61E}"/>
    <pc:docChg chg="addSld modSld">
      <pc:chgData name="Britta Wilde" userId="S::britta.wilde@ltu.se::198e5540-4ad3-4c03-a660-1595aa6b10c0" providerId="AD" clId="Web-{363211C3-61C4-3EEC-7C45-6BD72228D61E}" dt="2026-05-06T04:08:13.853" v="101" actId="1076"/>
      <pc:docMkLst>
        <pc:docMk/>
      </pc:docMkLst>
      <pc:sldChg chg="addSp delSp modSp new mod modClrScheme chgLayout">
        <pc:chgData name="Britta Wilde" userId="S::britta.wilde@ltu.se::198e5540-4ad3-4c03-a660-1595aa6b10c0" providerId="AD" clId="Web-{363211C3-61C4-3EEC-7C45-6BD72228D61E}" dt="2026-05-06T03:49:13.737" v="15" actId="1076"/>
        <pc:sldMkLst>
          <pc:docMk/>
          <pc:sldMk cId="1606332440" sldId="337"/>
        </pc:sldMkLst>
        <pc:spChg chg="del">
          <ac:chgData name="Britta Wilde" userId="S::britta.wilde@ltu.se::198e5540-4ad3-4c03-a660-1595aa6b10c0" providerId="AD" clId="Web-{363211C3-61C4-3EEC-7C45-6BD72228D61E}" dt="2026-05-06T03:44:04.380" v="1"/>
          <ac:spMkLst>
            <pc:docMk/>
            <pc:sldMk cId="1606332440" sldId="337"/>
            <ac:spMk id="2" creationId="{0CFD8DFD-A123-3D33-DF4B-CA348EA86734}"/>
          </ac:spMkLst>
        </pc:spChg>
        <pc:spChg chg="del">
          <ac:chgData name="Britta Wilde" userId="S::britta.wilde@ltu.se::198e5540-4ad3-4c03-a660-1595aa6b10c0" providerId="AD" clId="Web-{363211C3-61C4-3EEC-7C45-6BD72228D61E}" dt="2026-05-06T03:44:04.380" v="1"/>
          <ac:spMkLst>
            <pc:docMk/>
            <pc:sldMk cId="1606332440" sldId="337"/>
            <ac:spMk id="3" creationId="{11E8C686-27B1-3461-D51B-D12247D67BA0}"/>
          </ac:spMkLst>
        </pc:spChg>
        <pc:spChg chg="add mod">
          <ac:chgData name="Britta Wilde" userId="S::britta.wilde@ltu.se::198e5540-4ad3-4c03-a660-1595aa6b10c0" providerId="AD" clId="Web-{363211C3-61C4-3EEC-7C45-6BD72228D61E}" dt="2026-05-06T03:47:12.651" v="9"/>
          <ac:spMkLst>
            <pc:docMk/>
            <pc:sldMk cId="1606332440" sldId="337"/>
            <ac:spMk id="10" creationId="{8613CC75-6C7D-42E6-79A7-40532B6FF2F9}"/>
          </ac:spMkLst>
        </pc:spChg>
        <pc:picChg chg="add del mod">
          <ac:chgData name="Britta Wilde" userId="S::britta.wilde@ltu.se::198e5540-4ad3-4c03-a660-1595aa6b10c0" providerId="AD" clId="Web-{363211C3-61C4-3EEC-7C45-6BD72228D61E}" dt="2026-05-06T03:46:55.426" v="6"/>
          <ac:picMkLst>
            <pc:docMk/>
            <pc:sldMk cId="1606332440" sldId="337"/>
            <ac:picMk id="4" creationId="{28EFB055-A468-99E5-4C0B-6A7B60596EAF}"/>
          </ac:picMkLst>
        </pc:picChg>
        <pc:picChg chg="add mod">
          <ac:chgData name="Britta Wilde" userId="S::britta.wilde@ltu.se::198e5540-4ad3-4c03-a660-1595aa6b10c0" providerId="AD" clId="Web-{363211C3-61C4-3EEC-7C45-6BD72228D61E}" dt="2026-05-06T03:48:51.659" v="11" actId="1076"/>
          <ac:picMkLst>
            <pc:docMk/>
            <pc:sldMk cId="1606332440" sldId="337"/>
            <ac:picMk id="5" creationId="{11D955F9-E29C-B4C9-A0F8-904C64D9860A}"/>
          </ac:picMkLst>
        </pc:picChg>
        <pc:picChg chg="add mod">
          <ac:chgData name="Britta Wilde" userId="S::britta.wilde@ltu.se::198e5540-4ad3-4c03-a660-1595aa6b10c0" providerId="AD" clId="Web-{363211C3-61C4-3EEC-7C45-6BD72228D61E}" dt="2026-05-06T03:49:13.737" v="15" actId="1076"/>
          <ac:picMkLst>
            <pc:docMk/>
            <pc:sldMk cId="1606332440" sldId="337"/>
            <ac:picMk id="6" creationId="{AD7E055B-A5E8-0ED1-DCB1-96D8A6285E1A}"/>
          </ac:picMkLst>
        </pc:picChg>
      </pc:sldChg>
      <pc:sldChg chg="addSp delSp modSp new mod modClrScheme addAnim delAnim chgLayout">
        <pc:chgData name="Britta Wilde" userId="S::britta.wilde@ltu.se::198e5540-4ad3-4c03-a660-1595aa6b10c0" providerId="AD" clId="Web-{363211C3-61C4-3EEC-7C45-6BD72228D61E}" dt="2026-05-06T04:05:14.963" v="84"/>
        <pc:sldMkLst>
          <pc:docMk/>
          <pc:sldMk cId="2527870379" sldId="338"/>
        </pc:sldMkLst>
        <pc:spChg chg="del mod ord">
          <ac:chgData name="Britta Wilde" userId="S::britta.wilde@ltu.se::198e5540-4ad3-4c03-a660-1595aa6b10c0" providerId="AD" clId="Web-{363211C3-61C4-3EEC-7C45-6BD72228D61E}" dt="2026-05-06T03:59:46.198" v="18"/>
          <ac:spMkLst>
            <pc:docMk/>
            <pc:sldMk cId="2527870379" sldId="338"/>
            <ac:spMk id="2" creationId="{74AFB242-436A-E34A-012D-FE23133DAFA9}"/>
          </ac:spMkLst>
        </pc:spChg>
        <pc:spChg chg="mod ord">
          <ac:chgData name="Britta Wilde" userId="S::britta.wilde@ltu.se::198e5540-4ad3-4c03-a660-1595aa6b10c0" providerId="AD" clId="Web-{363211C3-61C4-3EEC-7C45-6BD72228D61E}" dt="2026-05-06T03:59:46.198" v="18"/>
          <ac:spMkLst>
            <pc:docMk/>
            <pc:sldMk cId="2527870379" sldId="338"/>
            <ac:spMk id="3" creationId="{F145444E-21DA-7184-8ECE-E41D54E2BB6A}"/>
          </ac:spMkLst>
        </pc:spChg>
        <pc:spChg chg="add del mod ord">
          <ac:chgData name="Britta Wilde" userId="S::britta.wilde@ltu.se::198e5540-4ad3-4c03-a660-1595aa6b10c0" providerId="AD" clId="Web-{363211C3-61C4-3EEC-7C45-6BD72228D61E}" dt="2026-05-06T03:59:46.198" v="18"/>
          <ac:spMkLst>
            <pc:docMk/>
            <pc:sldMk cId="2527870379" sldId="338"/>
            <ac:spMk id="4" creationId="{51B9F54D-04E9-09E9-0BE1-4AF861AC9441}"/>
          </ac:spMkLst>
        </pc:spChg>
        <pc:spChg chg="add del mod">
          <ac:chgData name="Britta Wilde" userId="S::britta.wilde@ltu.se::198e5540-4ad3-4c03-a660-1595aa6b10c0" providerId="AD" clId="Web-{363211C3-61C4-3EEC-7C45-6BD72228D61E}" dt="2026-05-06T03:59:59.651" v="21"/>
          <ac:spMkLst>
            <pc:docMk/>
            <pc:sldMk cId="2527870379" sldId="338"/>
            <ac:spMk id="5" creationId="{6836432C-5425-4645-AB3B-7EF227A1ECAE}"/>
          </ac:spMkLst>
        </pc:spChg>
        <pc:spChg chg="add mod">
          <ac:chgData name="Britta Wilde" userId="S::britta.wilde@ltu.se::198e5540-4ad3-4c03-a660-1595aa6b10c0" providerId="AD" clId="Web-{363211C3-61C4-3EEC-7C45-6BD72228D61E}" dt="2026-05-06T04:02:17.760" v="66" actId="1076"/>
          <ac:spMkLst>
            <pc:docMk/>
            <pc:sldMk cId="2527870379" sldId="338"/>
            <ac:spMk id="6" creationId="{A731EED7-DD04-CB67-73D4-A8F618D3836D}"/>
          </ac:spMkLst>
        </pc:spChg>
        <pc:picChg chg="add del mod">
          <ac:chgData name="Britta Wilde" userId="S::britta.wilde@ltu.se::198e5540-4ad3-4c03-a660-1595aa6b10c0" providerId="AD" clId="Web-{363211C3-61C4-3EEC-7C45-6BD72228D61E}" dt="2026-05-06T04:05:14.963" v="84"/>
          <ac:picMkLst>
            <pc:docMk/>
            <pc:sldMk cId="2527870379" sldId="338"/>
            <ac:picMk id="7" creationId="{B5D51C50-CBC9-3BF0-B2EA-5B58104312B1}"/>
          </ac:picMkLst>
        </pc:picChg>
      </pc:sldChg>
      <pc:sldChg chg="addSp delSp modSp new">
        <pc:chgData name="Britta Wilde" userId="S::britta.wilde@ltu.se::198e5540-4ad3-4c03-a660-1595aa6b10c0" providerId="AD" clId="Web-{363211C3-61C4-3EEC-7C45-6BD72228D61E}" dt="2026-05-06T04:08:13.853" v="101" actId="1076"/>
        <pc:sldMkLst>
          <pc:docMk/>
          <pc:sldMk cId="203276958" sldId="339"/>
        </pc:sldMkLst>
        <pc:picChg chg="add del mod">
          <ac:chgData name="Britta Wilde" userId="S::britta.wilde@ltu.se::198e5540-4ad3-4c03-a660-1595aa6b10c0" providerId="AD" clId="Web-{363211C3-61C4-3EEC-7C45-6BD72228D61E}" dt="2026-05-06T04:04:04.852" v="76"/>
          <ac:picMkLst>
            <pc:docMk/>
            <pc:sldMk cId="203276958" sldId="339"/>
            <ac:picMk id="3" creationId="{5727D4FA-0059-E605-706D-6E46F0AF79CE}"/>
          </ac:picMkLst>
        </pc:picChg>
        <pc:picChg chg="add del mod modCrop">
          <ac:chgData name="Britta Wilde" userId="S::britta.wilde@ltu.se::198e5540-4ad3-4c03-a660-1595aa6b10c0" providerId="AD" clId="Web-{363211C3-61C4-3EEC-7C45-6BD72228D61E}" dt="2026-05-06T04:07:43.587" v="96"/>
          <ac:picMkLst>
            <pc:docMk/>
            <pc:sldMk cId="203276958" sldId="339"/>
            <ac:picMk id="4" creationId="{5F18C4C8-2A5B-C3B8-DBCC-4A3893881FCB}"/>
          </ac:picMkLst>
        </pc:picChg>
        <pc:picChg chg="add del mod">
          <ac:chgData name="Britta Wilde" userId="S::britta.wilde@ltu.se::198e5540-4ad3-4c03-a660-1595aa6b10c0" providerId="AD" clId="Web-{363211C3-61C4-3EEC-7C45-6BD72228D61E}" dt="2026-05-06T04:08:02.447" v="98"/>
          <ac:picMkLst>
            <pc:docMk/>
            <pc:sldMk cId="203276958" sldId="339"/>
            <ac:picMk id="5" creationId="{620033BC-97F5-8F3C-2C1F-2E561281A7D8}"/>
          </ac:picMkLst>
        </pc:picChg>
        <pc:picChg chg="add mod">
          <ac:chgData name="Britta Wilde" userId="S::britta.wilde@ltu.se::198e5540-4ad3-4c03-a660-1595aa6b10c0" providerId="AD" clId="Web-{363211C3-61C4-3EEC-7C45-6BD72228D61E}" dt="2026-05-06T04:08:13.853" v="101" actId="1076"/>
          <ac:picMkLst>
            <pc:docMk/>
            <pc:sldMk cId="203276958" sldId="339"/>
            <ac:picMk id="6" creationId="{DA980C2B-C21E-5A3B-E96E-D5595E0C1623}"/>
          </ac:picMkLst>
        </pc:picChg>
      </pc:sldChg>
      <pc:sldChg chg="addSp delSp modSp new">
        <pc:chgData name="Britta Wilde" userId="S::britta.wilde@ltu.se::198e5540-4ad3-4c03-a660-1595aa6b10c0" providerId="AD" clId="Web-{363211C3-61C4-3EEC-7C45-6BD72228D61E}" dt="2026-05-06T04:07:15.775" v="93"/>
        <pc:sldMkLst>
          <pc:docMk/>
          <pc:sldMk cId="3595283262" sldId="340"/>
        </pc:sldMkLst>
        <pc:picChg chg="add del mod">
          <ac:chgData name="Britta Wilde" userId="S::britta.wilde@ltu.se::198e5540-4ad3-4c03-a660-1595aa6b10c0" providerId="AD" clId="Web-{363211C3-61C4-3EEC-7C45-6BD72228D61E}" dt="2026-05-06T04:07:08.666" v="90"/>
          <ac:picMkLst>
            <pc:docMk/>
            <pc:sldMk cId="3595283262" sldId="340"/>
            <ac:picMk id="3" creationId="{26C85DD2-EA29-03A7-0F59-0857CCCF42DB}"/>
          </ac:picMkLst>
        </pc:picChg>
        <pc:picChg chg="add del mod">
          <ac:chgData name="Britta Wilde" userId="S::britta.wilde@ltu.se::198e5540-4ad3-4c03-a660-1595aa6b10c0" providerId="AD" clId="Web-{363211C3-61C4-3EEC-7C45-6BD72228D61E}" dt="2026-05-06T04:07:15.775" v="93"/>
          <ac:picMkLst>
            <pc:docMk/>
            <pc:sldMk cId="3595283262" sldId="340"/>
            <ac:picMk id="4" creationId="{7D3C234A-99CE-B9D2-6C2A-17C098FE72AB}"/>
          </ac:picMkLst>
        </pc:picChg>
      </pc:sldChg>
    </pc:docChg>
  </pc:docChgLst>
  <pc:docChgLst>
    <pc:chgData name="Britta Wilde" userId="198e5540-4ad3-4c03-a660-1595aa6b10c0" providerId="ADAL" clId="{C039321F-CEA1-496F-A6EE-F5AAB1D37D28}"/>
    <pc:docChg chg="undo custSel addSld delSld modSld">
      <pc:chgData name="Britta Wilde" userId="198e5540-4ad3-4c03-a660-1595aa6b10c0" providerId="ADAL" clId="{C039321F-CEA1-496F-A6EE-F5AAB1D37D28}" dt="2026-05-06T06:41:34.966" v="724" actId="732"/>
      <pc:docMkLst>
        <pc:docMk/>
      </pc:docMkLst>
      <pc:sldChg chg="del">
        <pc:chgData name="Britta Wilde" userId="198e5540-4ad3-4c03-a660-1595aa6b10c0" providerId="ADAL" clId="{C039321F-CEA1-496F-A6EE-F5AAB1D37D28}" dt="2026-05-06T04:53:35.674" v="619" actId="2696"/>
        <pc:sldMkLst>
          <pc:docMk/>
          <pc:sldMk cId="2412144022" sldId="257"/>
        </pc:sldMkLst>
      </pc:sldChg>
      <pc:sldChg chg="del">
        <pc:chgData name="Britta Wilde" userId="198e5540-4ad3-4c03-a660-1595aa6b10c0" providerId="ADAL" clId="{C039321F-CEA1-496F-A6EE-F5AAB1D37D28}" dt="2026-05-06T04:53:35.674" v="619" actId="2696"/>
        <pc:sldMkLst>
          <pc:docMk/>
          <pc:sldMk cId="2205271983" sldId="258"/>
        </pc:sldMkLst>
      </pc:sldChg>
      <pc:sldChg chg="del">
        <pc:chgData name="Britta Wilde" userId="198e5540-4ad3-4c03-a660-1595aa6b10c0" providerId="ADAL" clId="{C039321F-CEA1-496F-A6EE-F5AAB1D37D28}" dt="2026-05-06T04:53:35.674" v="619" actId="2696"/>
        <pc:sldMkLst>
          <pc:docMk/>
          <pc:sldMk cId="1576683378" sldId="280"/>
        </pc:sldMkLst>
      </pc:sldChg>
      <pc:sldChg chg="del">
        <pc:chgData name="Britta Wilde" userId="198e5540-4ad3-4c03-a660-1595aa6b10c0" providerId="ADAL" clId="{C039321F-CEA1-496F-A6EE-F5AAB1D37D28}" dt="2026-05-06T04:53:35.674" v="619" actId="2696"/>
        <pc:sldMkLst>
          <pc:docMk/>
          <pc:sldMk cId="3296305955" sldId="333"/>
        </pc:sldMkLst>
      </pc:sldChg>
      <pc:sldChg chg="del">
        <pc:chgData name="Britta Wilde" userId="198e5540-4ad3-4c03-a660-1595aa6b10c0" providerId="ADAL" clId="{C039321F-CEA1-496F-A6EE-F5AAB1D37D28}" dt="2026-05-06T04:53:35.674" v="619" actId="2696"/>
        <pc:sldMkLst>
          <pc:docMk/>
          <pc:sldMk cId="1631613642" sldId="335"/>
        </pc:sldMkLst>
      </pc:sldChg>
      <pc:sldChg chg="del">
        <pc:chgData name="Britta Wilde" userId="198e5540-4ad3-4c03-a660-1595aa6b10c0" providerId="ADAL" clId="{C039321F-CEA1-496F-A6EE-F5AAB1D37D28}" dt="2026-05-06T04:53:35.674" v="619" actId="2696"/>
        <pc:sldMkLst>
          <pc:docMk/>
          <pc:sldMk cId="2695481741" sldId="336"/>
        </pc:sldMkLst>
      </pc:sldChg>
      <pc:sldChg chg="mod modShow">
        <pc:chgData name="Britta Wilde" userId="198e5540-4ad3-4c03-a660-1595aa6b10c0" providerId="ADAL" clId="{C039321F-CEA1-496F-A6EE-F5AAB1D37D28}" dt="2026-05-06T06:26:43.918" v="687" actId="729"/>
        <pc:sldMkLst>
          <pc:docMk/>
          <pc:sldMk cId="2527870379" sldId="338"/>
        </pc:sldMkLst>
      </pc:sldChg>
      <pc:sldChg chg="addSp modSp mod">
        <pc:chgData name="Britta Wilde" userId="198e5540-4ad3-4c03-a660-1595aa6b10c0" providerId="ADAL" clId="{C039321F-CEA1-496F-A6EE-F5AAB1D37D28}" dt="2026-05-06T06:39:05.845" v="696" actId="732"/>
        <pc:sldMkLst>
          <pc:docMk/>
          <pc:sldMk cId="203276958" sldId="339"/>
        </pc:sldMkLst>
        <pc:picChg chg="add mod modCrop">
          <ac:chgData name="Britta Wilde" userId="198e5540-4ad3-4c03-a660-1595aa6b10c0" providerId="ADAL" clId="{C039321F-CEA1-496F-A6EE-F5AAB1D37D28}" dt="2026-05-06T06:39:05.845" v="696" actId="732"/>
          <ac:picMkLst>
            <pc:docMk/>
            <pc:sldMk cId="203276958" sldId="339"/>
            <ac:picMk id="3" creationId="{DD1AD34C-6E87-7D24-8B52-A7500A21D35B}"/>
          </ac:picMkLst>
        </pc:picChg>
        <pc:picChg chg="mod">
          <ac:chgData name="Britta Wilde" userId="198e5540-4ad3-4c03-a660-1595aa6b10c0" providerId="ADAL" clId="{C039321F-CEA1-496F-A6EE-F5AAB1D37D28}" dt="2026-05-06T06:38:31.745" v="688" actId="29295"/>
          <ac:picMkLst>
            <pc:docMk/>
            <pc:sldMk cId="203276958" sldId="339"/>
            <ac:picMk id="6" creationId="{DA980C2B-C21E-5A3B-E96E-D5595E0C1623}"/>
          </ac:picMkLst>
        </pc:picChg>
      </pc:sldChg>
      <pc:sldChg chg="addSp delSp modSp mod">
        <pc:chgData name="Britta Wilde" userId="198e5540-4ad3-4c03-a660-1595aa6b10c0" providerId="ADAL" clId="{C039321F-CEA1-496F-A6EE-F5AAB1D37D28}" dt="2026-05-06T04:20:03.335" v="58" actId="1076"/>
        <pc:sldMkLst>
          <pc:docMk/>
          <pc:sldMk cId="3595283262" sldId="340"/>
        </pc:sldMkLst>
        <pc:spChg chg="add del mod">
          <ac:chgData name="Britta Wilde" userId="198e5540-4ad3-4c03-a660-1595aa6b10c0" providerId="ADAL" clId="{C039321F-CEA1-496F-A6EE-F5AAB1D37D28}" dt="2026-05-06T04:17:34.334" v="30" actId="478"/>
          <ac:spMkLst>
            <pc:docMk/>
            <pc:sldMk cId="3595283262" sldId="340"/>
            <ac:spMk id="4" creationId="{6835BDDA-D819-53A2-123F-244420310B9F}"/>
          </ac:spMkLst>
        </pc:spChg>
        <pc:spChg chg="add mod">
          <ac:chgData name="Britta Wilde" userId="198e5540-4ad3-4c03-a660-1595aa6b10c0" providerId="ADAL" clId="{C039321F-CEA1-496F-A6EE-F5AAB1D37D28}" dt="2026-05-06T04:19:48.327" v="55" actId="1076"/>
          <ac:spMkLst>
            <pc:docMk/>
            <pc:sldMk cId="3595283262" sldId="340"/>
            <ac:spMk id="5" creationId="{8CD73471-9B25-FB9D-A241-FD9C88D1D1C6}"/>
          </ac:spMkLst>
        </pc:spChg>
        <pc:spChg chg="add mod">
          <ac:chgData name="Britta Wilde" userId="198e5540-4ad3-4c03-a660-1595aa6b10c0" providerId="ADAL" clId="{C039321F-CEA1-496F-A6EE-F5AAB1D37D28}" dt="2026-05-06T04:20:03.335" v="58" actId="1076"/>
          <ac:spMkLst>
            <pc:docMk/>
            <pc:sldMk cId="3595283262" sldId="340"/>
            <ac:spMk id="6" creationId="{DA0C31EF-9A08-199A-1E61-45117D0CBF3D}"/>
          </ac:spMkLst>
        </pc:spChg>
      </pc:sldChg>
      <pc:sldChg chg="addSp modSp new del mod">
        <pc:chgData name="Britta Wilde" userId="198e5540-4ad3-4c03-a660-1595aa6b10c0" providerId="ADAL" clId="{C039321F-CEA1-496F-A6EE-F5AAB1D37D28}" dt="2026-05-06T04:12:42.518" v="10" actId="2696"/>
        <pc:sldMkLst>
          <pc:docMk/>
          <pc:sldMk cId="613016526" sldId="341"/>
        </pc:sldMkLst>
        <pc:spChg chg="add mod">
          <ac:chgData name="Britta Wilde" userId="198e5540-4ad3-4c03-a660-1595aa6b10c0" providerId="ADAL" clId="{C039321F-CEA1-496F-A6EE-F5AAB1D37D28}" dt="2026-05-06T04:11:44.097" v="1"/>
          <ac:spMkLst>
            <pc:docMk/>
            <pc:sldMk cId="613016526" sldId="341"/>
            <ac:spMk id="4" creationId="{EFB70311-E286-7955-EEB5-4765BAE6380F}"/>
          </ac:spMkLst>
        </pc:spChg>
        <pc:spChg chg="add mod">
          <ac:chgData name="Britta Wilde" userId="198e5540-4ad3-4c03-a660-1595aa6b10c0" providerId="ADAL" clId="{C039321F-CEA1-496F-A6EE-F5AAB1D37D28}" dt="2026-05-06T04:11:44.097" v="1"/>
          <ac:spMkLst>
            <pc:docMk/>
            <pc:sldMk cId="613016526" sldId="341"/>
            <ac:spMk id="5" creationId="{B4B2ADB9-BE3A-3E51-5100-D4C90798C170}"/>
          </ac:spMkLst>
        </pc:spChg>
        <pc:spChg chg="add mod">
          <ac:chgData name="Britta Wilde" userId="198e5540-4ad3-4c03-a660-1595aa6b10c0" providerId="ADAL" clId="{C039321F-CEA1-496F-A6EE-F5AAB1D37D28}" dt="2026-05-06T04:11:44.097" v="1"/>
          <ac:spMkLst>
            <pc:docMk/>
            <pc:sldMk cId="613016526" sldId="341"/>
            <ac:spMk id="6" creationId="{2A2B0104-D69C-2837-9D21-E9062922AF10}"/>
          </ac:spMkLst>
        </pc:spChg>
        <pc:spChg chg="add mod">
          <ac:chgData name="Britta Wilde" userId="198e5540-4ad3-4c03-a660-1595aa6b10c0" providerId="ADAL" clId="{C039321F-CEA1-496F-A6EE-F5AAB1D37D28}" dt="2026-05-06T04:11:44.097" v="1"/>
          <ac:spMkLst>
            <pc:docMk/>
            <pc:sldMk cId="613016526" sldId="341"/>
            <ac:spMk id="8" creationId="{8FB0952E-CC8B-98DA-EA1C-D57C779ADA1E}"/>
          </ac:spMkLst>
        </pc:spChg>
        <pc:spChg chg="add mod">
          <ac:chgData name="Britta Wilde" userId="198e5540-4ad3-4c03-a660-1595aa6b10c0" providerId="ADAL" clId="{C039321F-CEA1-496F-A6EE-F5AAB1D37D28}" dt="2026-05-06T04:11:44.097" v="1"/>
          <ac:spMkLst>
            <pc:docMk/>
            <pc:sldMk cId="613016526" sldId="341"/>
            <ac:spMk id="9" creationId="{15314BE1-98B8-290A-EC7A-D7A0A27706DC}"/>
          </ac:spMkLst>
        </pc:spChg>
        <pc:spChg chg="add mod">
          <ac:chgData name="Britta Wilde" userId="198e5540-4ad3-4c03-a660-1595aa6b10c0" providerId="ADAL" clId="{C039321F-CEA1-496F-A6EE-F5AAB1D37D28}" dt="2026-05-06T04:12:01.557" v="3" actId="207"/>
          <ac:spMkLst>
            <pc:docMk/>
            <pc:sldMk cId="613016526" sldId="341"/>
            <ac:spMk id="11" creationId="{19206715-C7BC-2012-3E0D-4E30E9893EC7}"/>
          </ac:spMkLst>
        </pc:spChg>
        <pc:spChg chg="add mod">
          <ac:chgData name="Britta Wilde" userId="198e5540-4ad3-4c03-a660-1595aa6b10c0" providerId="ADAL" clId="{C039321F-CEA1-496F-A6EE-F5AAB1D37D28}" dt="2026-05-06T04:11:44.097" v="1"/>
          <ac:spMkLst>
            <pc:docMk/>
            <pc:sldMk cId="613016526" sldId="341"/>
            <ac:spMk id="13" creationId="{CBFC5EB7-A9DC-66BD-E109-E1EA2557D36E}"/>
          </ac:spMkLst>
        </pc:spChg>
        <pc:spChg chg="add mod">
          <ac:chgData name="Britta Wilde" userId="198e5540-4ad3-4c03-a660-1595aa6b10c0" providerId="ADAL" clId="{C039321F-CEA1-496F-A6EE-F5AAB1D37D28}" dt="2026-05-06T04:11:44.097" v="1"/>
          <ac:spMkLst>
            <pc:docMk/>
            <pc:sldMk cId="613016526" sldId="341"/>
            <ac:spMk id="15" creationId="{FEEFEA42-4571-7AD2-2C9B-FE8165C1262B}"/>
          </ac:spMkLst>
        </pc:spChg>
        <pc:spChg chg="add mod">
          <ac:chgData name="Britta Wilde" userId="198e5540-4ad3-4c03-a660-1595aa6b10c0" providerId="ADAL" clId="{C039321F-CEA1-496F-A6EE-F5AAB1D37D28}" dt="2026-05-06T04:11:44.097" v="1"/>
          <ac:spMkLst>
            <pc:docMk/>
            <pc:sldMk cId="613016526" sldId="341"/>
            <ac:spMk id="16" creationId="{A8D77DB7-835B-0888-04DA-9F0C70ADB661}"/>
          </ac:spMkLst>
        </pc:spChg>
        <pc:spChg chg="add mod">
          <ac:chgData name="Britta Wilde" userId="198e5540-4ad3-4c03-a660-1595aa6b10c0" providerId="ADAL" clId="{C039321F-CEA1-496F-A6EE-F5AAB1D37D28}" dt="2026-05-06T04:11:44.097" v="1"/>
          <ac:spMkLst>
            <pc:docMk/>
            <pc:sldMk cId="613016526" sldId="341"/>
            <ac:spMk id="17" creationId="{A8E49FD0-F0EE-7E2F-2F33-F1EED9519AB6}"/>
          </ac:spMkLst>
        </pc:spChg>
        <pc:spChg chg="add mod">
          <ac:chgData name="Britta Wilde" userId="198e5540-4ad3-4c03-a660-1595aa6b10c0" providerId="ADAL" clId="{C039321F-CEA1-496F-A6EE-F5AAB1D37D28}" dt="2026-05-06T04:12:23.086" v="7" actId="14100"/>
          <ac:spMkLst>
            <pc:docMk/>
            <pc:sldMk cId="613016526" sldId="341"/>
            <ac:spMk id="41" creationId="{7DE57C79-25A5-9C7D-C67F-9FDC1716D9B4}"/>
          </ac:spMkLst>
        </pc:spChg>
        <pc:spChg chg="add mod">
          <ac:chgData name="Britta Wilde" userId="198e5540-4ad3-4c03-a660-1595aa6b10c0" providerId="ADAL" clId="{C039321F-CEA1-496F-A6EE-F5AAB1D37D28}" dt="2026-05-06T04:12:37.850" v="9" actId="1076"/>
          <ac:spMkLst>
            <pc:docMk/>
            <pc:sldMk cId="613016526" sldId="341"/>
            <ac:spMk id="42" creationId="{7FB5782E-96B0-93EE-D96A-BDD84478A207}"/>
          </ac:spMkLst>
        </pc:spChg>
        <pc:spChg chg="add mod">
          <ac:chgData name="Britta Wilde" userId="198e5540-4ad3-4c03-a660-1595aa6b10c0" providerId="ADAL" clId="{C039321F-CEA1-496F-A6EE-F5AAB1D37D28}" dt="2026-05-06T04:12:37.850" v="9" actId="1076"/>
          <ac:spMkLst>
            <pc:docMk/>
            <pc:sldMk cId="613016526" sldId="341"/>
            <ac:spMk id="43" creationId="{AE562171-D57A-C93F-E77E-C35CF6F40CAC}"/>
          </ac:spMkLst>
        </pc:spChg>
        <pc:spChg chg="mod">
          <ac:chgData name="Britta Wilde" userId="198e5540-4ad3-4c03-a660-1595aa6b10c0" providerId="ADAL" clId="{C039321F-CEA1-496F-A6EE-F5AAB1D37D28}" dt="2026-05-06T04:12:37.850" v="9" actId="1076"/>
          <ac:spMkLst>
            <pc:docMk/>
            <pc:sldMk cId="613016526" sldId="341"/>
            <ac:spMk id="45" creationId="{8A8C3A35-9119-570A-9EA9-7570F4B3A123}"/>
          </ac:spMkLst>
        </pc:spChg>
        <pc:spChg chg="mod">
          <ac:chgData name="Britta Wilde" userId="198e5540-4ad3-4c03-a660-1595aa6b10c0" providerId="ADAL" clId="{C039321F-CEA1-496F-A6EE-F5AAB1D37D28}" dt="2026-05-06T04:12:37.850" v="9" actId="1076"/>
          <ac:spMkLst>
            <pc:docMk/>
            <pc:sldMk cId="613016526" sldId="341"/>
            <ac:spMk id="46" creationId="{F6952601-A036-384E-68A3-67158B324C43}"/>
          </ac:spMkLst>
        </pc:spChg>
        <pc:spChg chg="add mod">
          <ac:chgData name="Britta Wilde" userId="198e5540-4ad3-4c03-a660-1595aa6b10c0" providerId="ADAL" clId="{C039321F-CEA1-496F-A6EE-F5AAB1D37D28}" dt="2026-05-06T04:12:23.086" v="7" actId="14100"/>
          <ac:spMkLst>
            <pc:docMk/>
            <pc:sldMk cId="613016526" sldId="341"/>
            <ac:spMk id="47" creationId="{BF19F844-AB08-49C6-111D-983AC6E8BDD1}"/>
          </ac:spMkLst>
        </pc:spChg>
        <pc:spChg chg="add mod">
          <ac:chgData name="Britta Wilde" userId="198e5540-4ad3-4c03-a660-1595aa6b10c0" providerId="ADAL" clId="{C039321F-CEA1-496F-A6EE-F5AAB1D37D28}" dt="2026-05-06T04:12:37.850" v="9" actId="1076"/>
          <ac:spMkLst>
            <pc:docMk/>
            <pc:sldMk cId="613016526" sldId="341"/>
            <ac:spMk id="48" creationId="{D7068E7B-81FE-7083-FFFB-C9429FDDD20B}"/>
          </ac:spMkLst>
        </pc:spChg>
        <pc:spChg chg="mod">
          <ac:chgData name="Britta Wilde" userId="198e5540-4ad3-4c03-a660-1595aa6b10c0" providerId="ADAL" clId="{C039321F-CEA1-496F-A6EE-F5AAB1D37D28}" dt="2026-05-06T04:12:37.850" v="9" actId="1076"/>
          <ac:spMkLst>
            <pc:docMk/>
            <pc:sldMk cId="613016526" sldId="341"/>
            <ac:spMk id="49" creationId="{FB7DE779-3D7E-C848-F7BE-462CC293256F}"/>
          </ac:spMkLst>
        </pc:spChg>
        <pc:spChg chg="add mod">
          <ac:chgData name="Britta Wilde" userId="198e5540-4ad3-4c03-a660-1595aa6b10c0" providerId="ADAL" clId="{C039321F-CEA1-496F-A6EE-F5AAB1D37D28}" dt="2026-05-06T04:12:23.086" v="7" actId="14100"/>
          <ac:spMkLst>
            <pc:docMk/>
            <pc:sldMk cId="613016526" sldId="341"/>
            <ac:spMk id="50" creationId="{365DB269-B27B-5304-FF9E-2D5A799976A4}"/>
          </ac:spMkLst>
        </pc:spChg>
        <pc:spChg chg="mod">
          <ac:chgData name="Britta Wilde" userId="198e5540-4ad3-4c03-a660-1595aa6b10c0" providerId="ADAL" clId="{C039321F-CEA1-496F-A6EE-F5AAB1D37D28}" dt="2026-05-06T04:12:37.850" v="9" actId="1076"/>
          <ac:spMkLst>
            <pc:docMk/>
            <pc:sldMk cId="613016526" sldId="341"/>
            <ac:spMk id="51" creationId="{9FDA3354-0D72-5567-CDA2-342E611F293E}"/>
          </ac:spMkLst>
        </pc:spChg>
        <pc:spChg chg="add mod">
          <ac:chgData name="Britta Wilde" userId="198e5540-4ad3-4c03-a660-1595aa6b10c0" providerId="ADAL" clId="{C039321F-CEA1-496F-A6EE-F5AAB1D37D28}" dt="2026-05-06T04:12:37.850" v="9" actId="1076"/>
          <ac:spMkLst>
            <pc:docMk/>
            <pc:sldMk cId="613016526" sldId="341"/>
            <ac:spMk id="52" creationId="{728A6FD9-9BE3-8002-7015-5E96AAA0EE32}"/>
          </ac:spMkLst>
        </pc:spChg>
        <pc:spChg chg="add mod">
          <ac:chgData name="Britta Wilde" userId="198e5540-4ad3-4c03-a660-1595aa6b10c0" providerId="ADAL" clId="{C039321F-CEA1-496F-A6EE-F5AAB1D37D28}" dt="2026-05-06T04:12:23.086" v="7" actId="14100"/>
          <ac:spMkLst>
            <pc:docMk/>
            <pc:sldMk cId="613016526" sldId="341"/>
            <ac:spMk id="53" creationId="{785B05BA-D9E8-9667-CA9B-D604D10B6CC8}"/>
          </ac:spMkLst>
        </pc:spChg>
        <pc:spChg chg="add mod">
          <ac:chgData name="Britta Wilde" userId="198e5540-4ad3-4c03-a660-1595aa6b10c0" providerId="ADAL" clId="{C039321F-CEA1-496F-A6EE-F5AAB1D37D28}" dt="2026-05-06T04:12:37.850" v="9" actId="1076"/>
          <ac:spMkLst>
            <pc:docMk/>
            <pc:sldMk cId="613016526" sldId="341"/>
            <ac:spMk id="54" creationId="{E0FA2A93-B617-AAE3-3E45-7ECD52546A98}"/>
          </ac:spMkLst>
        </pc:spChg>
        <pc:spChg chg="add mod">
          <ac:chgData name="Britta Wilde" userId="198e5540-4ad3-4c03-a660-1595aa6b10c0" providerId="ADAL" clId="{C039321F-CEA1-496F-A6EE-F5AAB1D37D28}" dt="2026-05-06T04:12:37.850" v="9" actId="1076"/>
          <ac:spMkLst>
            <pc:docMk/>
            <pc:sldMk cId="613016526" sldId="341"/>
            <ac:spMk id="55" creationId="{D9E1DAA5-3605-0FE4-0767-B14BC884E94F}"/>
          </ac:spMkLst>
        </pc:spChg>
      </pc:sldChg>
      <pc:sldChg chg="addSp modSp new mod modClrScheme chgLayout">
        <pc:chgData name="Britta Wilde" userId="198e5540-4ad3-4c03-a660-1595aa6b10c0" providerId="ADAL" clId="{C039321F-CEA1-496F-A6EE-F5AAB1D37D28}" dt="2026-05-06T04:20:18.739" v="67" actId="20577"/>
        <pc:sldMkLst>
          <pc:docMk/>
          <pc:sldMk cId="2060339325" sldId="341"/>
        </pc:sldMkLst>
        <pc:spChg chg="mod ord modVis">
          <ac:chgData name="Britta Wilde" userId="198e5540-4ad3-4c03-a660-1595aa6b10c0" providerId="ADAL" clId="{C039321F-CEA1-496F-A6EE-F5AAB1D37D28}" dt="2026-05-06T04:19:05.857" v="35" actId="26606"/>
          <ac:spMkLst>
            <pc:docMk/>
            <pc:sldMk cId="2060339325" sldId="341"/>
            <ac:spMk id="2" creationId="{750E39CF-A4E4-BF64-B433-6898A2CA244D}"/>
          </ac:spMkLst>
        </pc:spChg>
        <pc:spChg chg="add mod">
          <ac:chgData name="Britta Wilde" userId="198e5540-4ad3-4c03-a660-1595aa6b10c0" providerId="ADAL" clId="{C039321F-CEA1-496F-A6EE-F5AAB1D37D28}" dt="2026-05-06T04:20:06.842" v="59"/>
          <ac:spMkLst>
            <pc:docMk/>
            <pc:sldMk cId="2060339325" sldId="341"/>
            <ac:spMk id="5" creationId="{AE9ACF13-7165-93E9-E3A4-2949B4F2C3BF}"/>
          </ac:spMkLst>
        </pc:spChg>
        <pc:spChg chg="add mod">
          <ac:chgData name="Britta Wilde" userId="198e5540-4ad3-4c03-a660-1595aa6b10c0" providerId="ADAL" clId="{C039321F-CEA1-496F-A6EE-F5AAB1D37D28}" dt="2026-05-06T04:20:18.739" v="67" actId="20577"/>
          <ac:spMkLst>
            <pc:docMk/>
            <pc:sldMk cId="2060339325" sldId="341"/>
            <ac:spMk id="6" creationId="{87FB515D-0E55-91AB-B14B-EDF5A6167CB0}"/>
          </ac:spMkLst>
        </pc:spChg>
        <pc:picChg chg="add mod">
          <ac:chgData name="Britta Wilde" userId="198e5540-4ad3-4c03-a660-1595aa6b10c0" providerId="ADAL" clId="{C039321F-CEA1-496F-A6EE-F5AAB1D37D28}" dt="2026-05-06T04:20:09.440" v="61" actId="1076"/>
          <ac:picMkLst>
            <pc:docMk/>
            <pc:sldMk cId="2060339325" sldId="341"/>
            <ac:picMk id="4" creationId="{496EE35E-0A04-A566-6A46-273B929A0FF3}"/>
          </ac:picMkLst>
        </pc:picChg>
      </pc:sldChg>
      <pc:sldChg chg="addSp delSp modSp new mod modClrScheme chgLayout">
        <pc:chgData name="Britta Wilde" userId="198e5540-4ad3-4c03-a660-1595aa6b10c0" providerId="ADAL" clId="{C039321F-CEA1-496F-A6EE-F5AAB1D37D28}" dt="2026-05-06T04:35:22.436" v="340" actId="20577"/>
        <pc:sldMkLst>
          <pc:docMk/>
          <pc:sldMk cId="1614813307" sldId="342"/>
        </pc:sldMkLst>
        <pc:spChg chg="del">
          <ac:chgData name="Britta Wilde" userId="198e5540-4ad3-4c03-a660-1595aa6b10c0" providerId="ADAL" clId="{C039321F-CEA1-496F-A6EE-F5AAB1D37D28}" dt="2026-05-06T04:20:29.206" v="69" actId="700"/>
          <ac:spMkLst>
            <pc:docMk/>
            <pc:sldMk cId="1614813307" sldId="342"/>
            <ac:spMk id="2" creationId="{3727F057-79DE-82ED-8445-DF8F34E52B8B}"/>
          </ac:spMkLst>
        </pc:spChg>
        <pc:spChg chg="del">
          <ac:chgData name="Britta Wilde" userId="198e5540-4ad3-4c03-a660-1595aa6b10c0" providerId="ADAL" clId="{C039321F-CEA1-496F-A6EE-F5AAB1D37D28}" dt="2026-05-06T04:20:29.206" v="69" actId="700"/>
          <ac:spMkLst>
            <pc:docMk/>
            <pc:sldMk cId="1614813307" sldId="342"/>
            <ac:spMk id="3" creationId="{C83549FA-6C7F-3526-1716-50143781DF5D}"/>
          </ac:spMkLst>
        </pc:spChg>
        <pc:spChg chg="mod ord">
          <ac:chgData name="Britta Wilde" userId="198e5540-4ad3-4c03-a660-1595aa6b10c0" providerId="ADAL" clId="{C039321F-CEA1-496F-A6EE-F5AAB1D37D28}" dt="2026-05-06T04:20:29.206" v="69" actId="700"/>
          <ac:spMkLst>
            <pc:docMk/>
            <pc:sldMk cId="1614813307" sldId="342"/>
            <ac:spMk id="4" creationId="{3CDD09C8-54A0-8E2E-A487-2B176954CC1B}"/>
          </ac:spMkLst>
        </pc:spChg>
        <pc:spChg chg="add mod">
          <ac:chgData name="Britta Wilde" userId="198e5540-4ad3-4c03-a660-1595aa6b10c0" providerId="ADAL" clId="{C039321F-CEA1-496F-A6EE-F5AAB1D37D28}" dt="2026-05-06T04:35:22.436" v="340" actId="20577"/>
          <ac:spMkLst>
            <pc:docMk/>
            <pc:sldMk cId="1614813307" sldId="342"/>
            <ac:spMk id="13" creationId="{FD277E44-2567-6795-5DEC-B4695DE17D09}"/>
          </ac:spMkLst>
        </pc:spChg>
        <pc:picChg chg="add mod">
          <ac:chgData name="Britta Wilde" userId="198e5540-4ad3-4c03-a660-1595aa6b10c0" providerId="ADAL" clId="{C039321F-CEA1-496F-A6EE-F5AAB1D37D28}" dt="2026-05-06T04:34:38.396" v="334" actId="1035"/>
          <ac:picMkLst>
            <pc:docMk/>
            <pc:sldMk cId="1614813307" sldId="342"/>
            <ac:picMk id="6" creationId="{C1066AEC-2F58-8196-4AE1-B605039364AD}"/>
          </ac:picMkLst>
        </pc:picChg>
        <pc:picChg chg="add mod">
          <ac:chgData name="Britta Wilde" userId="198e5540-4ad3-4c03-a660-1595aa6b10c0" providerId="ADAL" clId="{C039321F-CEA1-496F-A6EE-F5AAB1D37D28}" dt="2026-05-06T04:34:38.396" v="334" actId="1035"/>
          <ac:picMkLst>
            <pc:docMk/>
            <pc:sldMk cId="1614813307" sldId="342"/>
            <ac:picMk id="8" creationId="{7D6FC0C2-2309-F8D0-A514-D33E5FBA1152}"/>
          </ac:picMkLst>
        </pc:picChg>
        <pc:picChg chg="add mod">
          <ac:chgData name="Britta Wilde" userId="198e5540-4ad3-4c03-a660-1595aa6b10c0" providerId="ADAL" clId="{C039321F-CEA1-496F-A6EE-F5AAB1D37D28}" dt="2026-05-06T04:34:38.396" v="334" actId="1035"/>
          <ac:picMkLst>
            <pc:docMk/>
            <pc:sldMk cId="1614813307" sldId="342"/>
            <ac:picMk id="10" creationId="{6A842B97-2E27-9CB4-BADC-53151564650C}"/>
          </ac:picMkLst>
        </pc:picChg>
        <pc:picChg chg="add mod">
          <ac:chgData name="Britta Wilde" userId="198e5540-4ad3-4c03-a660-1595aa6b10c0" providerId="ADAL" clId="{C039321F-CEA1-496F-A6EE-F5AAB1D37D28}" dt="2026-05-06T04:34:38.396" v="334" actId="1035"/>
          <ac:picMkLst>
            <pc:docMk/>
            <pc:sldMk cId="1614813307" sldId="342"/>
            <ac:picMk id="12" creationId="{7ADF6051-7164-7279-3DA6-658B60B3D20F}"/>
          </ac:picMkLst>
        </pc:picChg>
      </pc:sldChg>
      <pc:sldChg chg="addSp delSp modSp new del mod modClrScheme chgLayout">
        <pc:chgData name="Britta Wilde" userId="198e5540-4ad3-4c03-a660-1595aa6b10c0" providerId="ADAL" clId="{C039321F-CEA1-496F-A6EE-F5AAB1D37D28}" dt="2026-05-06T04:34:25.665" v="320" actId="2696"/>
        <pc:sldMkLst>
          <pc:docMk/>
          <pc:sldMk cId="3838246891" sldId="343"/>
        </pc:sldMkLst>
        <pc:spChg chg="mod ord">
          <ac:chgData name="Britta Wilde" userId="198e5540-4ad3-4c03-a660-1595aa6b10c0" providerId="ADAL" clId="{C039321F-CEA1-496F-A6EE-F5AAB1D37D28}" dt="2026-05-06T04:31:25.390" v="224" actId="700"/>
          <ac:spMkLst>
            <pc:docMk/>
            <pc:sldMk cId="3838246891" sldId="343"/>
            <ac:spMk id="2" creationId="{74A02A51-EA11-FCB5-A6A7-28BCDDD473BD}"/>
          </ac:spMkLst>
        </pc:spChg>
        <pc:spChg chg="add mod">
          <ac:chgData name="Britta Wilde" userId="198e5540-4ad3-4c03-a660-1595aa6b10c0" providerId="ADAL" clId="{C039321F-CEA1-496F-A6EE-F5AAB1D37D28}" dt="2026-05-06T04:30:35.374" v="221" actId="26606"/>
          <ac:spMkLst>
            <pc:docMk/>
            <pc:sldMk cId="3838246891" sldId="343"/>
            <ac:spMk id="3" creationId="{CBEA8611-CE1E-BF14-59F0-2C4010A71014}"/>
          </ac:spMkLst>
        </pc:spChg>
        <pc:spChg chg="add mod">
          <ac:chgData name="Britta Wilde" userId="198e5540-4ad3-4c03-a660-1595aa6b10c0" providerId="ADAL" clId="{C039321F-CEA1-496F-A6EE-F5AAB1D37D28}" dt="2026-05-06T04:30:35.374" v="221" actId="26606"/>
          <ac:spMkLst>
            <pc:docMk/>
            <pc:sldMk cId="3838246891" sldId="343"/>
            <ac:spMk id="4" creationId="{D283B45D-1C2C-0E23-2DF7-E4F2CC9A9F39}"/>
          </ac:spMkLst>
        </pc:spChg>
        <pc:spChg chg="add del mod ord">
          <ac:chgData name="Britta Wilde" userId="198e5540-4ad3-4c03-a660-1595aa6b10c0" providerId="ADAL" clId="{C039321F-CEA1-496F-A6EE-F5AAB1D37D28}" dt="2026-05-06T04:31:25.390" v="224" actId="700"/>
          <ac:spMkLst>
            <pc:docMk/>
            <pc:sldMk cId="3838246891" sldId="343"/>
            <ac:spMk id="5" creationId="{FB443A02-32CC-804C-82F3-95497FD5D456}"/>
          </ac:spMkLst>
        </pc:spChg>
        <pc:spChg chg="add del mod ord">
          <ac:chgData name="Britta Wilde" userId="198e5540-4ad3-4c03-a660-1595aa6b10c0" providerId="ADAL" clId="{C039321F-CEA1-496F-A6EE-F5AAB1D37D28}" dt="2026-05-06T04:31:25.390" v="224" actId="700"/>
          <ac:spMkLst>
            <pc:docMk/>
            <pc:sldMk cId="3838246891" sldId="343"/>
            <ac:spMk id="6" creationId="{4368E85F-83C0-BA76-105D-EF5FEE596890}"/>
          </ac:spMkLst>
        </pc:spChg>
        <pc:spChg chg="add del mod ord">
          <ac:chgData name="Britta Wilde" userId="198e5540-4ad3-4c03-a660-1595aa6b10c0" providerId="ADAL" clId="{C039321F-CEA1-496F-A6EE-F5AAB1D37D28}" dt="2026-05-06T04:31:25.390" v="224" actId="700"/>
          <ac:spMkLst>
            <pc:docMk/>
            <pc:sldMk cId="3838246891" sldId="343"/>
            <ac:spMk id="7" creationId="{29D8D166-D1A9-276B-3760-30C21EBEBC06}"/>
          </ac:spMkLst>
        </pc:spChg>
        <pc:spChg chg="add del mod ord">
          <ac:chgData name="Britta Wilde" userId="198e5540-4ad3-4c03-a660-1595aa6b10c0" providerId="ADAL" clId="{C039321F-CEA1-496F-A6EE-F5AAB1D37D28}" dt="2026-05-06T04:31:25.390" v="224" actId="700"/>
          <ac:spMkLst>
            <pc:docMk/>
            <pc:sldMk cId="3838246891" sldId="343"/>
            <ac:spMk id="8" creationId="{425D8B67-194D-068A-E487-AED79A1BCEC4}"/>
          </ac:spMkLst>
        </pc:spChg>
        <pc:spChg chg="add del mod ord">
          <ac:chgData name="Britta Wilde" userId="198e5540-4ad3-4c03-a660-1595aa6b10c0" providerId="ADAL" clId="{C039321F-CEA1-496F-A6EE-F5AAB1D37D28}" dt="2026-05-06T04:31:25.390" v="224" actId="700"/>
          <ac:spMkLst>
            <pc:docMk/>
            <pc:sldMk cId="3838246891" sldId="343"/>
            <ac:spMk id="9" creationId="{A917E68B-B2AE-C306-8605-ED4586DBB556}"/>
          </ac:spMkLst>
        </pc:spChg>
      </pc:sldChg>
      <pc:sldChg chg="addSp delSp modSp new mod modClrScheme chgLayout">
        <pc:chgData name="Britta Wilde" userId="198e5540-4ad3-4c03-a660-1595aa6b10c0" providerId="ADAL" clId="{C039321F-CEA1-496F-A6EE-F5AAB1D37D28}" dt="2026-05-06T04:33:36.899" v="319" actId="20577"/>
        <pc:sldMkLst>
          <pc:docMk/>
          <pc:sldMk cId="1221308021" sldId="344"/>
        </pc:sldMkLst>
        <pc:spChg chg="del mod ord">
          <ac:chgData name="Britta Wilde" userId="198e5540-4ad3-4c03-a660-1595aa6b10c0" providerId="ADAL" clId="{C039321F-CEA1-496F-A6EE-F5AAB1D37D28}" dt="2026-05-06T04:31:31.556" v="225" actId="700"/>
          <ac:spMkLst>
            <pc:docMk/>
            <pc:sldMk cId="1221308021" sldId="344"/>
            <ac:spMk id="2" creationId="{803154C4-110C-3789-0A9E-EE1A54E33309}"/>
          </ac:spMkLst>
        </pc:spChg>
        <pc:spChg chg="del mod ord">
          <ac:chgData name="Britta Wilde" userId="198e5540-4ad3-4c03-a660-1595aa6b10c0" providerId="ADAL" clId="{C039321F-CEA1-496F-A6EE-F5AAB1D37D28}" dt="2026-05-06T04:31:31.556" v="225" actId="700"/>
          <ac:spMkLst>
            <pc:docMk/>
            <pc:sldMk cId="1221308021" sldId="344"/>
            <ac:spMk id="3" creationId="{9CD8C200-BD30-5C32-A1BC-2CD0BF3520D4}"/>
          </ac:spMkLst>
        </pc:spChg>
        <pc:spChg chg="mod ord">
          <ac:chgData name="Britta Wilde" userId="198e5540-4ad3-4c03-a660-1595aa6b10c0" providerId="ADAL" clId="{C039321F-CEA1-496F-A6EE-F5AAB1D37D28}" dt="2026-05-06T04:31:31.556" v="225" actId="700"/>
          <ac:spMkLst>
            <pc:docMk/>
            <pc:sldMk cId="1221308021" sldId="344"/>
            <ac:spMk id="4" creationId="{C561DB05-E5DD-5744-012E-C89FF82E2EBA}"/>
          </ac:spMkLst>
        </pc:spChg>
        <pc:spChg chg="add del mod ord">
          <ac:chgData name="Britta Wilde" userId="198e5540-4ad3-4c03-a660-1595aa6b10c0" providerId="ADAL" clId="{C039321F-CEA1-496F-A6EE-F5AAB1D37D28}" dt="2026-05-06T04:32:11.456" v="245" actId="478"/>
          <ac:spMkLst>
            <pc:docMk/>
            <pc:sldMk cId="1221308021" sldId="344"/>
            <ac:spMk id="5" creationId="{70F7F98A-CF3C-072B-8CD1-E8C79560CB64}"/>
          </ac:spMkLst>
        </pc:spChg>
        <pc:spChg chg="add del mod ord">
          <ac:chgData name="Britta Wilde" userId="198e5540-4ad3-4c03-a660-1595aa6b10c0" providerId="ADAL" clId="{C039321F-CEA1-496F-A6EE-F5AAB1D37D28}" dt="2026-05-06T04:32:57.979" v="249" actId="478"/>
          <ac:spMkLst>
            <pc:docMk/>
            <pc:sldMk cId="1221308021" sldId="344"/>
            <ac:spMk id="6" creationId="{5D7CA2C9-8346-5F4F-10AF-696493007E38}"/>
          </ac:spMkLst>
        </pc:spChg>
        <pc:spChg chg="add mod ord">
          <ac:chgData name="Britta Wilde" userId="198e5540-4ad3-4c03-a660-1595aa6b10c0" providerId="ADAL" clId="{C039321F-CEA1-496F-A6EE-F5AAB1D37D28}" dt="2026-05-06T04:33:15.439" v="277" actId="1076"/>
          <ac:spMkLst>
            <pc:docMk/>
            <pc:sldMk cId="1221308021" sldId="344"/>
            <ac:spMk id="7" creationId="{E1A35F89-336E-19DB-5ECB-6B954B246D6A}"/>
          </ac:spMkLst>
        </pc:spChg>
        <pc:spChg chg="add mod ord">
          <ac:chgData name="Britta Wilde" userId="198e5540-4ad3-4c03-a660-1595aa6b10c0" providerId="ADAL" clId="{C039321F-CEA1-496F-A6EE-F5AAB1D37D28}" dt="2026-05-06T04:32:22.403" v="247" actId="1076"/>
          <ac:spMkLst>
            <pc:docMk/>
            <pc:sldMk cId="1221308021" sldId="344"/>
            <ac:spMk id="8" creationId="{7264C309-59EC-B08A-1356-5ABCB6CFD6FB}"/>
          </ac:spMkLst>
        </pc:spChg>
        <pc:spChg chg="add mod ord">
          <ac:chgData name="Britta Wilde" userId="198e5540-4ad3-4c03-a660-1595aa6b10c0" providerId="ADAL" clId="{C039321F-CEA1-496F-A6EE-F5AAB1D37D28}" dt="2026-05-06T04:33:36.899" v="319" actId="20577"/>
          <ac:spMkLst>
            <pc:docMk/>
            <pc:sldMk cId="1221308021" sldId="344"/>
            <ac:spMk id="9" creationId="{4077EC4A-7188-3C01-B557-495544CDC0DE}"/>
          </ac:spMkLst>
        </pc:spChg>
        <pc:spChg chg="add mod">
          <ac:chgData name="Britta Wilde" userId="198e5540-4ad3-4c03-a660-1595aa6b10c0" providerId="ADAL" clId="{C039321F-CEA1-496F-A6EE-F5AAB1D37D28}" dt="2026-05-06T04:33:11.723" v="276" actId="20577"/>
          <ac:spMkLst>
            <pc:docMk/>
            <pc:sldMk cId="1221308021" sldId="344"/>
            <ac:spMk id="11" creationId="{6F7E14D0-485B-C4C1-96D5-4F15A095FEF2}"/>
          </ac:spMkLst>
        </pc:spChg>
      </pc:sldChg>
      <pc:sldChg chg="addSp delSp modSp new mod modClrScheme modShow chgLayout">
        <pc:chgData name="Britta Wilde" userId="198e5540-4ad3-4c03-a660-1595aa6b10c0" providerId="ADAL" clId="{C039321F-CEA1-496F-A6EE-F5AAB1D37D28}" dt="2026-05-06T05:37:36.715" v="684" actId="729"/>
        <pc:sldMkLst>
          <pc:docMk/>
          <pc:sldMk cId="4238757546" sldId="345"/>
        </pc:sldMkLst>
        <pc:spChg chg="del">
          <ac:chgData name="Britta Wilde" userId="198e5540-4ad3-4c03-a660-1595aa6b10c0" providerId="ADAL" clId="{C039321F-CEA1-496F-A6EE-F5AAB1D37D28}" dt="2026-05-06T04:35:51.447" v="342" actId="700"/>
          <ac:spMkLst>
            <pc:docMk/>
            <pc:sldMk cId="4238757546" sldId="345"/>
            <ac:spMk id="2" creationId="{F1A41FBB-A9BF-4096-0787-32B1D48076F9}"/>
          </ac:spMkLst>
        </pc:spChg>
        <pc:spChg chg="del">
          <ac:chgData name="Britta Wilde" userId="198e5540-4ad3-4c03-a660-1595aa6b10c0" providerId="ADAL" clId="{C039321F-CEA1-496F-A6EE-F5AAB1D37D28}" dt="2026-05-06T04:35:51.447" v="342" actId="700"/>
          <ac:spMkLst>
            <pc:docMk/>
            <pc:sldMk cId="4238757546" sldId="345"/>
            <ac:spMk id="3" creationId="{FFC87AF8-0111-CD90-6208-35693E285D3C}"/>
          </ac:spMkLst>
        </pc:spChg>
        <pc:spChg chg="del">
          <ac:chgData name="Britta Wilde" userId="198e5540-4ad3-4c03-a660-1595aa6b10c0" providerId="ADAL" clId="{C039321F-CEA1-496F-A6EE-F5AAB1D37D28}" dt="2026-05-06T04:35:51.447" v="342" actId="700"/>
          <ac:spMkLst>
            <pc:docMk/>
            <pc:sldMk cId="4238757546" sldId="345"/>
            <ac:spMk id="4" creationId="{F22C02E3-8246-3086-C445-69FDEEFC38D2}"/>
          </ac:spMkLst>
        </pc:spChg>
        <pc:spChg chg="del">
          <ac:chgData name="Britta Wilde" userId="198e5540-4ad3-4c03-a660-1595aa6b10c0" providerId="ADAL" clId="{C039321F-CEA1-496F-A6EE-F5AAB1D37D28}" dt="2026-05-06T04:35:51.447" v="342" actId="700"/>
          <ac:spMkLst>
            <pc:docMk/>
            <pc:sldMk cId="4238757546" sldId="345"/>
            <ac:spMk id="5" creationId="{FE05D570-7B72-336E-ECD8-94A034077051}"/>
          </ac:spMkLst>
        </pc:spChg>
        <pc:spChg chg="del">
          <ac:chgData name="Britta Wilde" userId="198e5540-4ad3-4c03-a660-1595aa6b10c0" providerId="ADAL" clId="{C039321F-CEA1-496F-A6EE-F5AAB1D37D28}" dt="2026-05-06T04:35:51.447" v="342" actId="700"/>
          <ac:spMkLst>
            <pc:docMk/>
            <pc:sldMk cId="4238757546" sldId="345"/>
            <ac:spMk id="6" creationId="{643B0857-EB57-7C4D-7069-D798A2819039}"/>
          </ac:spMkLst>
        </pc:spChg>
        <pc:spChg chg="mod ord">
          <ac:chgData name="Britta Wilde" userId="198e5540-4ad3-4c03-a660-1595aa6b10c0" providerId="ADAL" clId="{C039321F-CEA1-496F-A6EE-F5AAB1D37D28}" dt="2026-05-06T04:35:51.447" v="342" actId="700"/>
          <ac:spMkLst>
            <pc:docMk/>
            <pc:sldMk cId="4238757546" sldId="345"/>
            <ac:spMk id="7" creationId="{2C953F02-092E-47DB-9399-244CC8A24032}"/>
          </ac:spMkLst>
        </pc:spChg>
        <pc:picChg chg="add mod">
          <ac:chgData name="Britta Wilde" userId="198e5540-4ad3-4c03-a660-1595aa6b10c0" providerId="ADAL" clId="{C039321F-CEA1-496F-A6EE-F5AAB1D37D28}" dt="2026-05-06T04:38:04.328" v="357" actId="1076"/>
          <ac:picMkLst>
            <pc:docMk/>
            <pc:sldMk cId="4238757546" sldId="345"/>
            <ac:picMk id="9" creationId="{9D54F4BE-C796-084E-2E0E-45D586CFC853}"/>
          </ac:picMkLst>
        </pc:picChg>
        <pc:picChg chg="add mod">
          <ac:chgData name="Britta Wilde" userId="198e5540-4ad3-4c03-a660-1595aa6b10c0" providerId="ADAL" clId="{C039321F-CEA1-496F-A6EE-F5AAB1D37D28}" dt="2026-05-06T04:38:06.691" v="358" actId="1076"/>
          <ac:picMkLst>
            <pc:docMk/>
            <pc:sldMk cId="4238757546" sldId="345"/>
            <ac:picMk id="11" creationId="{C539C500-BE24-2932-52F3-24B5D9B95574}"/>
          </ac:picMkLst>
        </pc:picChg>
        <pc:picChg chg="add mod">
          <ac:chgData name="Britta Wilde" userId="198e5540-4ad3-4c03-a660-1595aa6b10c0" providerId="ADAL" clId="{C039321F-CEA1-496F-A6EE-F5AAB1D37D28}" dt="2026-05-06T04:38:32.115" v="362" actId="1076"/>
          <ac:picMkLst>
            <pc:docMk/>
            <pc:sldMk cId="4238757546" sldId="345"/>
            <ac:picMk id="13" creationId="{11147E12-DFAE-C3DC-F73D-37A757B7A6DE}"/>
          </ac:picMkLst>
        </pc:picChg>
      </pc:sldChg>
      <pc:sldChg chg="addSp modSp new mod modClrScheme chgLayout">
        <pc:chgData name="Britta Wilde" userId="198e5540-4ad3-4c03-a660-1595aa6b10c0" providerId="ADAL" clId="{C039321F-CEA1-496F-A6EE-F5AAB1D37D28}" dt="2026-05-06T05:25:46.378" v="622" actId="26606"/>
        <pc:sldMkLst>
          <pc:docMk/>
          <pc:sldMk cId="148708314" sldId="346"/>
        </pc:sldMkLst>
        <pc:spChg chg="mod ord">
          <ac:chgData name="Britta Wilde" userId="198e5540-4ad3-4c03-a660-1595aa6b10c0" providerId="ADAL" clId="{C039321F-CEA1-496F-A6EE-F5AAB1D37D28}" dt="2026-05-06T05:25:46.378" v="622" actId="26606"/>
          <ac:spMkLst>
            <pc:docMk/>
            <pc:sldMk cId="148708314" sldId="346"/>
            <ac:spMk id="2" creationId="{3ECEA27E-09ED-0936-1CD1-81375BEEDFC2}"/>
          </ac:spMkLst>
        </pc:spChg>
        <pc:spChg chg="add mod">
          <ac:chgData name="Britta Wilde" userId="198e5540-4ad3-4c03-a660-1595aa6b10c0" providerId="ADAL" clId="{C039321F-CEA1-496F-A6EE-F5AAB1D37D28}" dt="2026-05-06T05:25:46.378" v="622" actId="26606"/>
          <ac:spMkLst>
            <pc:docMk/>
            <pc:sldMk cId="148708314" sldId="346"/>
            <ac:spMk id="3" creationId="{606DB69E-4D62-3493-037D-A72F745B1BB1}"/>
          </ac:spMkLst>
        </pc:spChg>
        <pc:picChg chg="add mod">
          <ac:chgData name="Britta Wilde" userId="198e5540-4ad3-4c03-a660-1595aa6b10c0" providerId="ADAL" clId="{C039321F-CEA1-496F-A6EE-F5AAB1D37D28}" dt="2026-05-06T05:25:46.378" v="622" actId="26606"/>
          <ac:picMkLst>
            <pc:docMk/>
            <pc:sldMk cId="148708314" sldId="346"/>
            <ac:picMk id="5" creationId="{F1FB0334-B728-8B02-2555-1AEFFAEE3348}"/>
          </ac:picMkLst>
        </pc:picChg>
      </pc:sldChg>
      <pc:sldChg chg="addSp delSp modSp new mod modClrScheme chgLayout">
        <pc:chgData name="Britta Wilde" userId="198e5540-4ad3-4c03-a660-1595aa6b10c0" providerId="ADAL" clId="{C039321F-CEA1-496F-A6EE-F5AAB1D37D28}" dt="2026-05-06T05:46:46.273" v="686" actId="15"/>
        <pc:sldMkLst>
          <pc:docMk/>
          <pc:sldMk cId="3175224980" sldId="347"/>
        </pc:sldMkLst>
        <pc:spChg chg="mod ord">
          <ac:chgData name="Britta Wilde" userId="198e5540-4ad3-4c03-a660-1595aa6b10c0" providerId="ADAL" clId="{C039321F-CEA1-496F-A6EE-F5AAB1D37D28}" dt="2026-05-06T05:27:59.939" v="678" actId="26606"/>
          <ac:spMkLst>
            <pc:docMk/>
            <pc:sldMk cId="3175224980" sldId="347"/>
            <ac:spMk id="2" creationId="{3B1BE8E4-F522-FB5E-4851-14CB3D0FFF86}"/>
          </ac:spMkLst>
        </pc:spChg>
        <pc:spChg chg="add mod">
          <ac:chgData name="Britta Wilde" userId="198e5540-4ad3-4c03-a660-1595aa6b10c0" providerId="ADAL" clId="{C039321F-CEA1-496F-A6EE-F5AAB1D37D28}" dt="2026-05-06T05:27:59.939" v="678" actId="26606"/>
          <ac:spMkLst>
            <pc:docMk/>
            <pc:sldMk cId="3175224980" sldId="347"/>
            <ac:spMk id="3" creationId="{F465EFFD-3075-4EF8-7A62-6D5BE9E3A8B5}"/>
          </ac:spMkLst>
        </pc:spChg>
        <pc:spChg chg="add mod">
          <ac:chgData name="Britta Wilde" userId="198e5540-4ad3-4c03-a660-1595aa6b10c0" providerId="ADAL" clId="{C039321F-CEA1-496F-A6EE-F5AAB1D37D28}" dt="2026-05-06T05:46:46.273" v="686" actId="15"/>
          <ac:spMkLst>
            <pc:docMk/>
            <pc:sldMk cId="3175224980" sldId="347"/>
            <ac:spMk id="6" creationId="{ADBE1C1F-3B44-8754-4E5D-DD119B436897}"/>
          </ac:spMkLst>
        </pc:spChg>
        <pc:spChg chg="add del mod ord">
          <ac:chgData name="Britta Wilde" userId="198e5540-4ad3-4c03-a660-1595aa6b10c0" providerId="ADAL" clId="{C039321F-CEA1-496F-A6EE-F5AAB1D37D28}" dt="2026-05-06T05:27:59.939" v="678" actId="26606"/>
          <ac:spMkLst>
            <pc:docMk/>
            <pc:sldMk cId="3175224980" sldId="347"/>
            <ac:spMk id="7" creationId="{F3FBFD1C-8819-3E29-E9F2-9822C8FC1A64}"/>
          </ac:spMkLst>
        </pc:spChg>
        <pc:spChg chg="add del mod ord">
          <ac:chgData name="Britta Wilde" userId="198e5540-4ad3-4c03-a660-1595aa6b10c0" providerId="ADAL" clId="{C039321F-CEA1-496F-A6EE-F5AAB1D37D28}" dt="2026-05-06T05:27:59.939" v="678" actId="26606"/>
          <ac:spMkLst>
            <pc:docMk/>
            <pc:sldMk cId="3175224980" sldId="347"/>
            <ac:spMk id="8" creationId="{3F97B75C-5D91-4555-98EA-880D91A12097}"/>
          </ac:spMkLst>
        </pc:spChg>
        <pc:picChg chg="add mod ord">
          <ac:chgData name="Britta Wilde" userId="198e5540-4ad3-4c03-a660-1595aa6b10c0" providerId="ADAL" clId="{C039321F-CEA1-496F-A6EE-F5AAB1D37D28}" dt="2026-05-06T05:28:09.155" v="681" actId="1076"/>
          <ac:picMkLst>
            <pc:docMk/>
            <pc:sldMk cId="3175224980" sldId="347"/>
            <ac:picMk id="5" creationId="{DE5308A3-6BF2-05B8-F531-0E48A1A9735F}"/>
          </ac:picMkLst>
        </pc:picChg>
      </pc:sldChg>
      <pc:sldChg chg="addSp delSp modSp new mod modClrScheme chgLayout">
        <pc:chgData name="Britta Wilde" userId="198e5540-4ad3-4c03-a660-1595aa6b10c0" providerId="ADAL" clId="{C039321F-CEA1-496F-A6EE-F5AAB1D37D28}" dt="2026-05-06T04:53:05.294" v="618"/>
        <pc:sldMkLst>
          <pc:docMk/>
          <pc:sldMk cId="2762429280" sldId="348"/>
        </pc:sldMkLst>
        <pc:spChg chg="mod ord">
          <ac:chgData name="Britta Wilde" userId="198e5540-4ad3-4c03-a660-1595aa6b10c0" providerId="ADAL" clId="{C039321F-CEA1-496F-A6EE-F5AAB1D37D28}" dt="2026-05-06T04:51:53.759" v="614" actId="26606"/>
          <ac:spMkLst>
            <pc:docMk/>
            <pc:sldMk cId="2762429280" sldId="348"/>
            <ac:spMk id="2" creationId="{A5791445-6065-715E-A0C9-C403FA789506}"/>
          </ac:spMkLst>
        </pc:spChg>
        <pc:spChg chg="add mod ord">
          <ac:chgData name="Britta Wilde" userId="198e5540-4ad3-4c03-a660-1595aa6b10c0" providerId="ADAL" clId="{C039321F-CEA1-496F-A6EE-F5AAB1D37D28}" dt="2026-05-06T04:51:53.759" v="614" actId="26606"/>
          <ac:spMkLst>
            <pc:docMk/>
            <pc:sldMk cId="2762429280" sldId="348"/>
            <ac:spMk id="3" creationId="{69D919BC-924F-EBC2-58A5-7CA2B3561C97}"/>
          </ac:spMkLst>
        </pc:spChg>
        <pc:spChg chg="add del mod ord">
          <ac:chgData name="Britta Wilde" userId="198e5540-4ad3-4c03-a660-1595aa6b10c0" providerId="ADAL" clId="{C039321F-CEA1-496F-A6EE-F5AAB1D37D28}" dt="2026-05-06T04:51:53.759" v="614" actId="26606"/>
          <ac:spMkLst>
            <pc:docMk/>
            <pc:sldMk cId="2762429280" sldId="348"/>
            <ac:spMk id="4" creationId="{19FEAFE5-AB3C-DA35-3C95-426F470ADDD5}"/>
          </ac:spMkLst>
        </pc:spChg>
        <pc:graphicFrameChg chg="add mod">
          <ac:chgData name="Britta Wilde" userId="198e5540-4ad3-4c03-a660-1595aa6b10c0" providerId="ADAL" clId="{C039321F-CEA1-496F-A6EE-F5AAB1D37D28}" dt="2026-05-06T04:53:05.294" v="618"/>
          <ac:graphicFrameMkLst>
            <pc:docMk/>
            <pc:sldMk cId="2762429280" sldId="348"/>
            <ac:graphicFrameMk id="6" creationId="{A0ACA58E-F624-4712-FE93-56C4B2F1B685}"/>
          </ac:graphicFrameMkLst>
        </pc:graphicFrameChg>
      </pc:sldChg>
      <pc:sldChg chg="modSp new mod">
        <pc:chgData name="Britta Wilde" userId="198e5540-4ad3-4c03-a660-1595aa6b10c0" providerId="ADAL" clId="{C039321F-CEA1-496F-A6EE-F5AAB1D37D28}" dt="2026-05-06T04:51:26.686" v="613" actId="20577"/>
        <pc:sldMkLst>
          <pc:docMk/>
          <pc:sldMk cId="4177532028" sldId="349"/>
        </pc:sldMkLst>
        <pc:spChg chg="mod">
          <ac:chgData name="Britta Wilde" userId="198e5540-4ad3-4c03-a660-1595aa6b10c0" providerId="ADAL" clId="{C039321F-CEA1-496F-A6EE-F5AAB1D37D28}" dt="2026-05-06T04:50:57.774" v="548" actId="20577"/>
          <ac:spMkLst>
            <pc:docMk/>
            <pc:sldMk cId="4177532028" sldId="349"/>
            <ac:spMk id="2" creationId="{A35D8056-CC8B-5FD5-AD3C-47481B990397}"/>
          </ac:spMkLst>
        </pc:spChg>
        <pc:spChg chg="mod">
          <ac:chgData name="Britta Wilde" userId="198e5540-4ad3-4c03-a660-1595aa6b10c0" providerId="ADAL" clId="{C039321F-CEA1-496F-A6EE-F5AAB1D37D28}" dt="2026-05-06T04:51:26.686" v="613" actId="20577"/>
          <ac:spMkLst>
            <pc:docMk/>
            <pc:sldMk cId="4177532028" sldId="349"/>
            <ac:spMk id="3" creationId="{4472AB3A-6B5D-9DB8-147D-BE6A437A4CE9}"/>
          </ac:spMkLst>
        </pc:spChg>
      </pc:sldChg>
      <pc:sldChg chg="addSp modSp add mod">
        <pc:chgData name="Britta Wilde" userId="198e5540-4ad3-4c03-a660-1595aa6b10c0" providerId="ADAL" clId="{C039321F-CEA1-496F-A6EE-F5AAB1D37D28}" dt="2026-05-06T06:39:34.758" v="702" actId="732"/>
        <pc:sldMkLst>
          <pc:docMk/>
          <pc:sldMk cId="3846991777" sldId="350"/>
        </pc:sldMkLst>
        <pc:picChg chg="add mod modCrop">
          <ac:chgData name="Britta Wilde" userId="198e5540-4ad3-4c03-a660-1595aa6b10c0" providerId="ADAL" clId="{C039321F-CEA1-496F-A6EE-F5AAB1D37D28}" dt="2026-05-06T06:39:34.758" v="702" actId="732"/>
          <ac:picMkLst>
            <pc:docMk/>
            <pc:sldMk cId="3846991777" sldId="350"/>
            <ac:picMk id="3" creationId="{381E3AB1-0D35-C8A7-12E3-059E39B5332A}"/>
          </ac:picMkLst>
        </pc:picChg>
        <pc:picChg chg="mod">
          <ac:chgData name="Britta Wilde" userId="198e5540-4ad3-4c03-a660-1595aa6b10c0" providerId="ADAL" clId="{C039321F-CEA1-496F-A6EE-F5AAB1D37D28}" dt="2026-05-06T06:39:19.792" v="697" actId="29295"/>
          <ac:picMkLst>
            <pc:docMk/>
            <pc:sldMk cId="3846991777" sldId="350"/>
            <ac:picMk id="6" creationId="{38B77EC3-D962-03E7-161B-DE2D7A3E174C}"/>
          </ac:picMkLst>
        </pc:picChg>
      </pc:sldChg>
      <pc:sldChg chg="addSp modSp add mod">
        <pc:chgData name="Britta Wilde" userId="198e5540-4ad3-4c03-a660-1595aa6b10c0" providerId="ADAL" clId="{C039321F-CEA1-496F-A6EE-F5AAB1D37D28}" dt="2026-05-06T06:40:42.468" v="714" actId="732"/>
        <pc:sldMkLst>
          <pc:docMk/>
          <pc:sldMk cId="1895542656" sldId="351"/>
        </pc:sldMkLst>
        <pc:picChg chg="add mod modCrop">
          <ac:chgData name="Britta Wilde" userId="198e5540-4ad3-4c03-a660-1595aa6b10c0" providerId="ADAL" clId="{C039321F-CEA1-496F-A6EE-F5AAB1D37D28}" dt="2026-05-06T06:40:14.880" v="708" actId="732"/>
          <ac:picMkLst>
            <pc:docMk/>
            <pc:sldMk cId="1895542656" sldId="351"/>
            <ac:picMk id="3" creationId="{8F562A94-75D5-C5E9-0B1D-7D886186AF37}"/>
          </ac:picMkLst>
        </pc:picChg>
        <pc:picChg chg="add mod modCrop">
          <ac:chgData name="Britta Wilde" userId="198e5540-4ad3-4c03-a660-1595aa6b10c0" providerId="ADAL" clId="{C039321F-CEA1-496F-A6EE-F5AAB1D37D28}" dt="2026-05-06T06:40:42.468" v="714" actId="732"/>
          <ac:picMkLst>
            <pc:docMk/>
            <pc:sldMk cId="1895542656" sldId="351"/>
            <ac:picMk id="4" creationId="{7EB5DC85-9458-C6F1-D66C-90B3198DB481}"/>
          </ac:picMkLst>
        </pc:picChg>
        <pc:picChg chg="mod">
          <ac:chgData name="Britta Wilde" userId="198e5540-4ad3-4c03-a660-1595aa6b10c0" providerId="ADAL" clId="{C039321F-CEA1-496F-A6EE-F5AAB1D37D28}" dt="2026-05-06T06:39:55.690" v="703" actId="29295"/>
          <ac:picMkLst>
            <pc:docMk/>
            <pc:sldMk cId="1895542656" sldId="351"/>
            <ac:picMk id="6" creationId="{0526985E-2FC8-74F1-7D24-0490D711D44B}"/>
          </ac:picMkLst>
        </pc:picChg>
      </pc:sldChg>
      <pc:sldChg chg="addSp modSp add mod">
        <pc:chgData name="Britta Wilde" userId="198e5540-4ad3-4c03-a660-1595aa6b10c0" providerId="ADAL" clId="{C039321F-CEA1-496F-A6EE-F5AAB1D37D28}" dt="2026-05-06T06:41:34.966" v="724" actId="732"/>
        <pc:sldMkLst>
          <pc:docMk/>
          <pc:sldMk cId="996235033" sldId="352"/>
        </pc:sldMkLst>
        <pc:picChg chg="add mod modCrop">
          <ac:chgData name="Britta Wilde" userId="198e5540-4ad3-4c03-a660-1595aa6b10c0" providerId="ADAL" clId="{C039321F-CEA1-496F-A6EE-F5AAB1D37D28}" dt="2026-05-06T06:41:34.966" v="724" actId="732"/>
          <ac:picMkLst>
            <pc:docMk/>
            <pc:sldMk cId="996235033" sldId="352"/>
            <ac:picMk id="3" creationId="{97C6297B-A474-FB15-7C1D-1B624BD37E69}"/>
          </ac:picMkLst>
        </pc:picChg>
        <pc:picChg chg="mod">
          <ac:chgData name="Britta Wilde" userId="198e5540-4ad3-4c03-a660-1595aa6b10c0" providerId="ADAL" clId="{C039321F-CEA1-496F-A6EE-F5AAB1D37D28}" dt="2026-05-06T06:41:21.277" v="719" actId="29295"/>
          <ac:picMkLst>
            <pc:docMk/>
            <pc:sldMk cId="996235033" sldId="352"/>
            <ac:picMk id="6" creationId="{8DBE7CB6-6D50-F5C5-F14C-16D31FD04149}"/>
          </ac:picMkLst>
        </pc:picChg>
      </pc:sldChg>
      <pc:sldChg chg="delSp modSp add mod">
        <pc:chgData name="Britta Wilde" userId="198e5540-4ad3-4c03-a660-1595aa6b10c0" providerId="ADAL" clId="{C039321F-CEA1-496F-A6EE-F5AAB1D37D28}" dt="2026-05-06T06:41:10.181" v="718" actId="732"/>
        <pc:sldMkLst>
          <pc:docMk/>
          <pc:sldMk cId="2715533312" sldId="353"/>
        </pc:sldMkLst>
        <pc:picChg chg="mod modCrop">
          <ac:chgData name="Britta Wilde" userId="198e5540-4ad3-4c03-a660-1595aa6b10c0" providerId="ADAL" clId="{C039321F-CEA1-496F-A6EE-F5AAB1D37D28}" dt="2026-05-06T06:41:10.181" v="718" actId="732"/>
          <ac:picMkLst>
            <pc:docMk/>
            <pc:sldMk cId="2715533312" sldId="353"/>
            <ac:picMk id="3" creationId="{89441A6E-5180-6479-93ED-17AA88FAB547}"/>
          </ac:picMkLst>
        </pc:picChg>
        <pc:picChg chg="del">
          <ac:chgData name="Britta Wilde" userId="198e5540-4ad3-4c03-a660-1595aa6b10c0" providerId="ADAL" clId="{C039321F-CEA1-496F-A6EE-F5AAB1D37D28}" dt="2026-05-06T06:40:54.125" v="716" actId="478"/>
          <ac:picMkLst>
            <pc:docMk/>
            <pc:sldMk cId="2715533312" sldId="353"/>
            <ac:picMk id="4" creationId="{F04FDD64-1400-484D-C358-76A30E2EB545}"/>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286C11-EBA1-414E-8F49-F4C72CE5B300}"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94F55F1F-E124-4C3C-903C-6838E4E356FE}">
      <dgm:prSet/>
      <dgm:spPr/>
      <dgm:t>
        <a:bodyPr/>
        <a:lstStyle/>
        <a:p>
          <a:pPr>
            <a:defRPr cap="all"/>
          </a:pPr>
          <a:r>
            <a:rPr lang="de-DE" cap="none" dirty="0" err="1"/>
            <a:t>Faster</a:t>
          </a:r>
          <a:r>
            <a:rPr lang="de-DE" cap="none" dirty="0"/>
            <a:t> </a:t>
          </a:r>
          <a:r>
            <a:rPr lang="de-DE" cap="none" dirty="0" err="1"/>
            <a:t>screening</a:t>
          </a:r>
          <a:endParaRPr lang="en-US" cap="none" dirty="0"/>
        </a:p>
      </dgm:t>
    </dgm:pt>
    <dgm:pt modelId="{E4D7DFBB-F7C1-4F70-846B-F6F2F385DB73}" type="parTrans" cxnId="{28BD6A59-6223-47AE-8628-2F473E919C8F}">
      <dgm:prSet/>
      <dgm:spPr/>
      <dgm:t>
        <a:bodyPr/>
        <a:lstStyle/>
        <a:p>
          <a:endParaRPr lang="en-US"/>
        </a:p>
      </dgm:t>
    </dgm:pt>
    <dgm:pt modelId="{C35EA3CE-7E10-4AA1-98EF-356D48E28F76}" type="sibTrans" cxnId="{28BD6A59-6223-47AE-8628-2F473E919C8F}">
      <dgm:prSet/>
      <dgm:spPr/>
      <dgm:t>
        <a:bodyPr/>
        <a:lstStyle/>
        <a:p>
          <a:endParaRPr lang="en-US"/>
        </a:p>
      </dgm:t>
    </dgm:pt>
    <dgm:pt modelId="{CAFBD82A-7D91-454D-9218-0C1F148AC35C}">
      <dgm:prSet/>
      <dgm:spPr/>
      <dgm:t>
        <a:bodyPr/>
        <a:lstStyle/>
        <a:p>
          <a:pPr>
            <a:defRPr cap="all"/>
          </a:pPr>
          <a:r>
            <a:rPr lang="de-DE" cap="none" dirty="0"/>
            <a:t>Connection </a:t>
          </a:r>
          <a:r>
            <a:rPr lang="de-DE" cap="none" dirty="0" err="1"/>
            <a:t>between</a:t>
          </a:r>
          <a:r>
            <a:rPr lang="de-DE" cap="none" dirty="0"/>
            <a:t> </a:t>
          </a:r>
          <a:r>
            <a:rPr lang="de-DE" cap="none" dirty="0" err="1"/>
            <a:t>papers</a:t>
          </a:r>
          <a:endParaRPr lang="en-US" cap="none" dirty="0"/>
        </a:p>
      </dgm:t>
    </dgm:pt>
    <dgm:pt modelId="{844D8D55-4437-46F9-9D6B-210A7BD6192E}" type="parTrans" cxnId="{84E5AF68-DF39-4AC0-87FB-DC3F3877527B}">
      <dgm:prSet/>
      <dgm:spPr/>
      <dgm:t>
        <a:bodyPr/>
        <a:lstStyle/>
        <a:p>
          <a:endParaRPr lang="en-US"/>
        </a:p>
      </dgm:t>
    </dgm:pt>
    <dgm:pt modelId="{5205D931-DB43-4940-B036-D6FC613566AA}" type="sibTrans" cxnId="{84E5AF68-DF39-4AC0-87FB-DC3F3877527B}">
      <dgm:prSet/>
      <dgm:spPr/>
      <dgm:t>
        <a:bodyPr/>
        <a:lstStyle/>
        <a:p>
          <a:endParaRPr lang="en-US"/>
        </a:p>
      </dgm:t>
    </dgm:pt>
    <dgm:pt modelId="{A8076248-339C-4108-9959-C5145A3F35FB}">
      <dgm:prSet/>
      <dgm:spPr/>
      <dgm:t>
        <a:bodyPr/>
        <a:lstStyle/>
        <a:p>
          <a:pPr>
            <a:defRPr cap="all"/>
          </a:pPr>
          <a:r>
            <a:rPr lang="de-DE" cap="none" dirty="0"/>
            <a:t>Inspiration </a:t>
          </a:r>
          <a:r>
            <a:rPr lang="de-DE" cap="none" dirty="0" err="1"/>
            <a:t>for</a:t>
          </a:r>
          <a:r>
            <a:rPr lang="de-DE" cap="none" dirty="0"/>
            <a:t> </a:t>
          </a:r>
          <a:r>
            <a:rPr lang="de-DE" cap="none" dirty="0" err="1"/>
            <a:t>connected</a:t>
          </a:r>
          <a:r>
            <a:rPr lang="de-DE" cap="none" dirty="0"/>
            <a:t> </a:t>
          </a:r>
          <a:r>
            <a:rPr lang="de-DE" cap="none" dirty="0" err="1"/>
            <a:t>fields</a:t>
          </a:r>
          <a:endParaRPr lang="en-US" cap="none" dirty="0"/>
        </a:p>
      </dgm:t>
    </dgm:pt>
    <dgm:pt modelId="{99EA41F0-4C04-476C-8EC6-351DC39AE6E4}" type="parTrans" cxnId="{514CC1E4-1681-4C85-9D82-A4E04620AB02}">
      <dgm:prSet/>
      <dgm:spPr/>
      <dgm:t>
        <a:bodyPr/>
        <a:lstStyle/>
        <a:p>
          <a:endParaRPr lang="en-US"/>
        </a:p>
      </dgm:t>
    </dgm:pt>
    <dgm:pt modelId="{ED2AA368-E62A-40AA-A6E0-C6EFFAFDE9F4}" type="sibTrans" cxnId="{514CC1E4-1681-4C85-9D82-A4E04620AB02}">
      <dgm:prSet/>
      <dgm:spPr/>
      <dgm:t>
        <a:bodyPr/>
        <a:lstStyle/>
        <a:p>
          <a:endParaRPr lang="en-US"/>
        </a:p>
      </dgm:t>
    </dgm:pt>
    <dgm:pt modelId="{3DEBFBDE-74F6-40A9-93CD-D95EB1880339}" type="pres">
      <dgm:prSet presAssocID="{D6286C11-EBA1-414E-8F49-F4C72CE5B300}" presName="root" presStyleCnt="0">
        <dgm:presLayoutVars>
          <dgm:dir/>
          <dgm:resizeHandles val="exact"/>
        </dgm:presLayoutVars>
      </dgm:prSet>
      <dgm:spPr/>
    </dgm:pt>
    <dgm:pt modelId="{FF11C5B9-080A-4BF8-9C79-2FE43D7C9C89}" type="pres">
      <dgm:prSet presAssocID="{94F55F1F-E124-4C3C-903C-6838E4E356FE}" presName="compNode" presStyleCnt="0"/>
      <dgm:spPr/>
    </dgm:pt>
    <dgm:pt modelId="{9C05351D-ADEA-4A79-8586-6B8AFDA6DF9B}" type="pres">
      <dgm:prSet presAssocID="{94F55F1F-E124-4C3C-903C-6838E4E356FE}" presName="iconBgRect" presStyleLbl="bgShp" presStyleIdx="0" presStyleCnt="3"/>
      <dgm:spPr/>
    </dgm:pt>
    <dgm:pt modelId="{F88ABCD6-A395-4B86-9AF0-5201B19BECB1}" type="pres">
      <dgm:prSet presAssocID="{94F55F1F-E124-4C3C-903C-6838E4E356F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oppuhr"/>
        </a:ext>
      </dgm:extLst>
    </dgm:pt>
    <dgm:pt modelId="{A15F2537-5C0E-409E-A763-636533E396B0}" type="pres">
      <dgm:prSet presAssocID="{94F55F1F-E124-4C3C-903C-6838E4E356FE}" presName="spaceRect" presStyleCnt="0"/>
      <dgm:spPr/>
    </dgm:pt>
    <dgm:pt modelId="{A8C2ACED-D831-4D2D-B2D6-F4968A14FED8}" type="pres">
      <dgm:prSet presAssocID="{94F55F1F-E124-4C3C-903C-6838E4E356FE}" presName="textRect" presStyleLbl="revTx" presStyleIdx="0" presStyleCnt="3">
        <dgm:presLayoutVars>
          <dgm:chMax val="1"/>
          <dgm:chPref val="1"/>
        </dgm:presLayoutVars>
      </dgm:prSet>
      <dgm:spPr/>
    </dgm:pt>
    <dgm:pt modelId="{F21E89D8-EB84-4173-90FC-817786ECF0B2}" type="pres">
      <dgm:prSet presAssocID="{C35EA3CE-7E10-4AA1-98EF-356D48E28F76}" presName="sibTrans" presStyleCnt="0"/>
      <dgm:spPr/>
    </dgm:pt>
    <dgm:pt modelId="{EC61B9A2-ACC7-44F7-A4F0-23B149F78C8F}" type="pres">
      <dgm:prSet presAssocID="{CAFBD82A-7D91-454D-9218-0C1F148AC35C}" presName="compNode" presStyleCnt="0"/>
      <dgm:spPr/>
    </dgm:pt>
    <dgm:pt modelId="{8B7A168B-35DD-4235-822F-E83C371C1A7F}" type="pres">
      <dgm:prSet presAssocID="{CAFBD82A-7D91-454D-9218-0C1F148AC35C}" presName="iconBgRect" presStyleLbl="bgShp" presStyleIdx="1" presStyleCnt="3"/>
      <dgm:spPr/>
    </dgm:pt>
    <dgm:pt modelId="{3607E232-EF68-4F66-B3FC-ED93010F9FAB}" type="pres">
      <dgm:prSet presAssocID="{CAFBD82A-7D91-454D-9218-0C1F148AC35C}"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kument"/>
        </a:ext>
      </dgm:extLst>
    </dgm:pt>
    <dgm:pt modelId="{C47C8C23-577C-437D-BDC5-C869B88B9714}" type="pres">
      <dgm:prSet presAssocID="{CAFBD82A-7D91-454D-9218-0C1F148AC35C}" presName="spaceRect" presStyleCnt="0"/>
      <dgm:spPr/>
    </dgm:pt>
    <dgm:pt modelId="{BD97A0AF-298B-46D9-8720-3860512B3373}" type="pres">
      <dgm:prSet presAssocID="{CAFBD82A-7D91-454D-9218-0C1F148AC35C}" presName="textRect" presStyleLbl="revTx" presStyleIdx="1" presStyleCnt="3">
        <dgm:presLayoutVars>
          <dgm:chMax val="1"/>
          <dgm:chPref val="1"/>
        </dgm:presLayoutVars>
      </dgm:prSet>
      <dgm:spPr/>
    </dgm:pt>
    <dgm:pt modelId="{3FC7AC72-1F82-457C-B577-4231F73CFB29}" type="pres">
      <dgm:prSet presAssocID="{5205D931-DB43-4940-B036-D6FC613566AA}" presName="sibTrans" presStyleCnt="0"/>
      <dgm:spPr/>
    </dgm:pt>
    <dgm:pt modelId="{77A033C1-5144-4A04-8382-FCEF861FA9F3}" type="pres">
      <dgm:prSet presAssocID="{A8076248-339C-4108-9959-C5145A3F35FB}" presName="compNode" presStyleCnt="0"/>
      <dgm:spPr/>
    </dgm:pt>
    <dgm:pt modelId="{8D61FBC5-C798-44C0-99E0-127A287A5D07}" type="pres">
      <dgm:prSet presAssocID="{A8076248-339C-4108-9959-C5145A3F35FB}" presName="iconBgRect" presStyleLbl="bgShp" presStyleIdx="2" presStyleCnt="3"/>
      <dgm:spPr/>
    </dgm:pt>
    <dgm:pt modelId="{E4D04C8F-168B-4299-8326-9234ADD42562}" type="pres">
      <dgm:prSet presAssocID="{A8076248-339C-4108-9959-C5145A3F35FB}"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lühlampe"/>
        </a:ext>
      </dgm:extLst>
    </dgm:pt>
    <dgm:pt modelId="{02331930-A0DF-4731-A5F7-C639973A95B5}" type="pres">
      <dgm:prSet presAssocID="{A8076248-339C-4108-9959-C5145A3F35FB}" presName="spaceRect" presStyleCnt="0"/>
      <dgm:spPr/>
    </dgm:pt>
    <dgm:pt modelId="{E87A6B9A-A106-40FF-A188-F674B1B1CFB8}" type="pres">
      <dgm:prSet presAssocID="{A8076248-339C-4108-9959-C5145A3F35FB}" presName="textRect" presStyleLbl="revTx" presStyleIdx="2" presStyleCnt="3">
        <dgm:presLayoutVars>
          <dgm:chMax val="1"/>
          <dgm:chPref val="1"/>
        </dgm:presLayoutVars>
      </dgm:prSet>
      <dgm:spPr/>
    </dgm:pt>
  </dgm:ptLst>
  <dgm:cxnLst>
    <dgm:cxn modelId="{21898231-8CCF-411A-8F55-10C874FD08FF}" type="presOf" srcId="{CAFBD82A-7D91-454D-9218-0C1F148AC35C}" destId="{BD97A0AF-298B-46D9-8720-3860512B3373}" srcOrd="0" destOrd="0" presId="urn:microsoft.com/office/officeart/2018/5/layout/IconCircleLabelList"/>
    <dgm:cxn modelId="{84E5AF68-DF39-4AC0-87FB-DC3F3877527B}" srcId="{D6286C11-EBA1-414E-8F49-F4C72CE5B300}" destId="{CAFBD82A-7D91-454D-9218-0C1F148AC35C}" srcOrd="1" destOrd="0" parTransId="{844D8D55-4437-46F9-9D6B-210A7BD6192E}" sibTransId="{5205D931-DB43-4940-B036-D6FC613566AA}"/>
    <dgm:cxn modelId="{4B5A1551-E7A3-482C-9A4B-FB3A6296543E}" type="presOf" srcId="{A8076248-339C-4108-9959-C5145A3F35FB}" destId="{E87A6B9A-A106-40FF-A188-F674B1B1CFB8}" srcOrd="0" destOrd="0" presId="urn:microsoft.com/office/officeart/2018/5/layout/IconCircleLabelList"/>
    <dgm:cxn modelId="{28BD6A59-6223-47AE-8628-2F473E919C8F}" srcId="{D6286C11-EBA1-414E-8F49-F4C72CE5B300}" destId="{94F55F1F-E124-4C3C-903C-6838E4E356FE}" srcOrd="0" destOrd="0" parTransId="{E4D7DFBB-F7C1-4F70-846B-F6F2F385DB73}" sibTransId="{C35EA3CE-7E10-4AA1-98EF-356D48E28F76}"/>
    <dgm:cxn modelId="{DD8FEBC8-8B8A-4A01-B1F1-4FB0194D591D}" type="presOf" srcId="{D6286C11-EBA1-414E-8F49-F4C72CE5B300}" destId="{3DEBFBDE-74F6-40A9-93CD-D95EB1880339}" srcOrd="0" destOrd="0" presId="urn:microsoft.com/office/officeart/2018/5/layout/IconCircleLabelList"/>
    <dgm:cxn modelId="{514CC1E4-1681-4C85-9D82-A4E04620AB02}" srcId="{D6286C11-EBA1-414E-8F49-F4C72CE5B300}" destId="{A8076248-339C-4108-9959-C5145A3F35FB}" srcOrd="2" destOrd="0" parTransId="{99EA41F0-4C04-476C-8EC6-351DC39AE6E4}" sibTransId="{ED2AA368-E62A-40AA-A6E0-C6EFFAFDE9F4}"/>
    <dgm:cxn modelId="{11664EEC-AA2D-4BAD-B535-9D75AAAB2586}" type="presOf" srcId="{94F55F1F-E124-4C3C-903C-6838E4E356FE}" destId="{A8C2ACED-D831-4D2D-B2D6-F4968A14FED8}" srcOrd="0" destOrd="0" presId="urn:microsoft.com/office/officeart/2018/5/layout/IconCircleLabelList"/>
    <dgm:cxn modelId="{08CFBB81-CFB9-4204-A8C1-B80B95881DBB}" type="presParOf" srcId="{3DEBFBDE-74F6-40A9-93CD-D95EB1880339}" destId="{FF11C5B9-080A-4BF8-9C79-2FE43D7C9C89}" srcOrd="0" destOrd="0" presId="urn:microsoft.com/office/officeart/2018/5/layout/IconCircleLabelList"/>
    <dgm:cxn modelId="{F008B799-2004-409E-84C3-28B817FEC5A0}" type="presParOf" srcId="{FF11C5B9-080A-4BF8-9C79-2FE43D7C9C89}" destId="{9C05351D-ADEA-4A79-8586-6B8AFDA6DF9B}" srcOrd="0" destOrd="0" presId="urn:microsoft.com/office/officeart/2018/5/layout/IconCircleLabelList"/>
    <dgm:cxn modelId="{A1B5D0E9-8483-47FE-8F97-734F4D06410F}" type="presParOf" srcId="{FF11C5B9-080A-4BF8-9C79-2FE43D7C9C89}" destId="{F88ABCD6-A395-4B86-9AF0-5201B19BECB1}" srcOrd="1" destOrd="0" presId="urn:microsoft.com/office/officeart/2018/5/layout/IconCircleLabelList"/>
    <dgm:cxn modelId="{23813652-3784-405D-B93B-AE258F185ABC}" type="presParOf" srcId="{FF11C5B9-080A-4BF8-9C79-2FE43D7C9C89}" destId="{A15F2537-5C0E-409E-A763-636533E396B0}" srcOrd="2" destOrd="0" presId="urn:microsoft.com/office/officeart/2018/5/layout/IconCircleLabelList"/>
    <dgm:cxn modelId="{E5A1C072-2B0A-4E3C-B5B8-91B91EB3053A}" type="presParOf" srcId="{FF11C5B9-080A-4BF8-9C79-2FE43D7C9C89}" destId="{A8C2ACED-D831-4D2D-B2D6-F4968A14FED8}" srcOrd="3" destOrd="0" presId="urn:microsoft.com/office/officeart/2018/5/layout/IconCircleLabelList"/>
    <dgm:cxn modelId="{FE9D4682-A956-4C27-B64E-A2D9745B4BB0}" type="presParOf" srcId="{3DEBFBDE-74F6-40A9-93CD-D95EB1880339}" destId="{F21E89D8-EB84-4173-90FC-817786ECF0B2}" srcOrd="1" destOrd="0" presId="urn:microsoft.com/office/officeart/2018/5/layout/IconCircleLabelList"/>
    <dgm:cxn modelId="{39093A7E-8865-4090-8F8D-FBAB1F963AA4}" type="presParOf" srcId="{3DEBFBDE-74F6-40A9-93CD-D95EB1880339}" destId="{EC61B9A2-ACC7-44F7-A4F0-23B149F78C8F}" srcOrd="2" destOrd="0" presId="urn:microsoft.com/office/officeart/2018/5/layout/IconCircleLabelList"/>
    <dgm:cxn modelId="{449EA3CD-DBD2-4AF2-B976-5B5E6F5F0FA6}" type="presParOf" srcId="{EC61B9A2-ACC7-44F7-A4F0-23B149F78C8F}" destId="{8B7A168B-35DD-4235-822F-E83C371C1A7F}" srcOrd="0" destOrd="0" presId="urn:microsoft.com/office/officeart/2018/5/layout/IconCircleLabelList"/>
    <dgm:cxn modelId="{F8A2B6A8-AEE0-4B33-B6F5-24C105EB35BB}" type="presParOf" srcId="{EC61B9A2-ACC7-44F7-A4F0-23B149F78C8F}" destId="{3607E232-EF68-4F66-B3FC-ED93010F9FAB}" srcOrd="1" destOrd="0" presId="urn:microsoft.com/office/officeart/2018/5/layout/IconCircleLabelList"/>
    <dgm:cxn modelId="{0F0F68CC-1AE5-47E9-8C8E-853A6C4FE594}" type="presParOf" srcId="{EC61B9A2-ACC7-44F7-A4F0-23B149F78C8F}" destId="{C47C8C23-577C-437D-BDC5-C869B88B9714}" srcOrd="2" destOrd="0" presId="urn:microsoft.com/office/officeart/2018/5/layout/IconCircleLabelList"/>
    <dgm:cxn modelId="{0A48686D-D29C-4855-9EAA-A30648C40534}" type="presParOf" srcId="{EC61B9A2-ACC7-44F7-A4F0-23B149F78C8F}" destId="{BD97A0AF-298B-46D9-8720-3860512B3373}" srcOrd="3" destOrd="0" presId="urn:microsoft.com/office/officeart/2018/5/layout/IconCircleLabelList"/>
    <dgm:cxn modelId="{12DCB6EC-BC56-4E69-95E1-65679DA812DE}" type="presParOf" srcId="{3DEBFBDE-74F6-40A9-93CD-D95EB1880339}" destId="{3FC7AC72-1F82-457C-B577-4231F73CFB29}" srcOrd="3" destOrd="0" presId="urn:microsoft.com/office/officeart/2018/5/layout/IconCircleLabelList"/>
    <dgm:cxn modelId="{6D5ED2EB-CA87-4039-A474-F7F36DE761F6}" type="presParOf" srcId="{3DEBFBDE-74F6-40A9-93CD-D95EB1880339}" destId="{77A033C1-5144-4A04-8382-FCEF861FA9F3}" srcOrd="4" destOrd="0" presId="urn:microsoft.com/office/officeart/2018/5/layout/IconCircleLabelList"/>
    <dgm:cxn modelId="{3855C0B4-E0B4-4422-9F7A-99A3901C54D1}" type="presParOf" srcId="{77A033C1-5144-4A04-8382-FCEF861FA9F3}" destId="{8D61FBC5-C798-44C0-99E0-127A287A5D07}" srcOrd="0" destOrd="0" presId="urn:microsoft.com/office/officeart/2018/5/layout/IconCircleLabelList"/>
    <dgm:cxn modelId="{FE909376-08A3-4D7C-9F23-104B625E8800}" type="presParOf" srcId="{77A033C1-5144-4A04-8382-FCEF861FA9F3}" destId="{E4D04C8F-168B-4299-8326-9234ADD42562}" srcOrd="1" destOrd="0" presId="urn:microsoft.com/office/officeart/2018/5/layout/IconCircleLabelList"/>
    <dgm:cxn modelId="{77DCB27D-E7CC-44CF-83DF-8BC9A2092075}" type="presParOf" srcId="{77A033C1-5144-4A04-8382-FCEF861FA9F3}" destId="{02331930-A0DF-4731-A5F7-C639973A95B5}" srcOrd="2" destOrd="0" presId="urn:microsoft.com/office/officeart/2018/5/layout/IconCircleLabelList"/>
    <dgm:cxn modelId="{430A95B0-1CBD-41EB-AAAE-05EB4826A920}" type="presParOf" srcId="{77A033C1-5144-4A04-8382-FCEF861FA9F3}" destId="{E87A6B9A-A106-40FF-A188-F674B1B1CFB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05351D-ADEA-4A79-8586-6B8AFDA6DF9B}">
      <dsp:nvSpPr>
        <dsp:cNvPr id="0" name=""/>
        <dsp:cNvSpPr/>
      </dsp:nvSpPr>
      <dsp:spPr>
        <a:xfrm>
          <a:off x="711500" y="814200"/>
          <a:ext cx="1990125" cy="199012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8ABCD6-A395-4B86-9AF0-5201B19BECB1}">
      <dsp:nvSpPr>
        <dsp:cNvPr id="0" name=""/>
        <dsp:cNvSpPr/>
      </dsp:nvSpPr>
      <dsp:spPr>
        <a:xfrm>
          <a:off x="1135625" y="1238325"/>
          <a:ext cx="1141875" cy="11418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8C2ACED-D831-4D2D-B2D6-F4968A14FED8}">
      <dsp:nvSpPr>
        <dsp:cNvPr id="0" name=""/>
        <dsp:cNvSpPr/>
      </dsp:nvSpPr>
      <dsp:spPr>
        <a:xfrm>
          <a:off x="75313" y="3424201"/>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defRPr cap="all"/>
          </a:pPr>
          <a:r>
            <a:rPr lang="de-DE" sz="2700" kern="1200" cap="none" dirty="0" err="1"/>
            <a:t>Faster</a:t>
          </a:r>
          <a:r>
            <a:rPr lang="de-DE" sz="2700" kern="1200" cap="none" dirty="0"/>
            <a:t> </a:t>
          </a:r>
          <a:r>
            <a:rPr lang="de-DE" sz="2700" kern="1200" cap="none" dirty="0" err="1"/>
            <a:t>screening</a:t>
          </a:r>
          <a:endParaRPr lang="en-US" sz="2700" kern="1200" cap="none" dirty="0"/>
        </a:p>
      </dsp:txBody>
      <dsp:txXfrm>
        <a:off x="75313" y="3424201"/>
        <a:ext cx="3262500" cy="720000"/>
      </dsp:txXfrm>
    </dsp:sp>
    <dsp:sp modelId="{8B7A168B-35DD-4235-822F-E83C371C1A7F}">
      <dsp:nvSpPr>
        <dsp:cNvPr id="0" name=""/>
        <dsp:cNvSpPr/>
      </dsp:nvSpPr>
      <dsp:spPr>
        <a:xfrm>
          <a:off x="4544938" y="814200"/>
          <a:ext cx="1990125" cy="199012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07E232-EF68-4F66-B3FC-ED93010F9FAB}">
      <dsp:nvSpPr>
        <dsp:cNvPr id="0" name=""/>
        <dsp:cNvSpPr/>
      </dsp:nvSpPr>
      <dsp:spPr>
        <a:xfrm>
          <a:off x="4969063" y="1238325"/>
          <a:ext cx="1141875" cy="11418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97A0AF-298B-46D9-8720-3860512B3373}">
      <dsp:nvSpPr>
        <dsp:cNvPr id="0" name=""/>
        <dsp:cNvSpPr/>
      </dsp:nvSpPr>
      <dsp:spPr>
        <a:xfrm>
          <a:off x="3908751" y="3424201"/>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defRPr cap="all"/>
          </a:pPr>
          <a:r>
            <a:rPr lang="de-DE" sz="2700" kern="1200" cap="none" dirty="0"/>
            <a:t>Connection </a:t>
          </a:r>
          <a:r>
            <a:rPr lang="de-DE" sz="2700" kern="1200" cap="none" dirty="0" err="1"/>
            <a:t>between</a:t>
          </a:r>
          <a:r>
            <a:rPr lang="de-DE" sz="2700" kern="1200" cap="none" dirty="0"/>
            <a:t> </a:t>
          </a:r>
          <a:r>
            <a:rPr lang="de-DE" sz="2700" kern="1200" cap="none" dirty="0" err="1"/>
            <a:t>papers</a:t>
          </a:r>
          <a:endParaRPr lang="en-US" sz="2700" kern="1200" cap="none" dirty="0"/>
        </a:p>
      </dsp:txBody>
      <dsp:txXfrm>
        <a:off x="3908751" y="3424201"/>
        <a:ext cx="3262500" cy="720000"/>
      </dsp:txXfrm>
    </dsp:sp>
    <dsp:sp modelId="{8D61FBC5-C798-44C0-99E0-127A287A5D07}">
      <dsp:nvSpPr>
        <dsp:cNvPr id="0" name=""/>
        <dsp:cNvSpPr/>
      </dsp:nvSpPr>
      <dsp:spPr>
        <a:xfrm>
          <a:off x="8378376" y="814200"/>
          <a:ext cx="1990125" cy="199012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D04C8F-168B-4299-8326-9234ADD42562}">
      <dsp:nvSpPr>
        <dsp:cNvPr id="0" name=""/>
        <dsp:cNvSpPr/>
      </dsp:nvSpPr>
      <dsp:spPr>
        <a:xfrm>
          <a:off x="8802501" y="1238325"/>
          <a:ext cx="1141875" cy="114187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87A6B9A-A106-40FF-A188-F674B1B1CFB8}">
      <dsp:nvSpPr>
        <dsp:cNvPr id="0" name=""/>
        <dsp:cNvSpPr/>
      </dsp:nvSpPr>
      <dsp:spPr>
        <a:xfrm>
          <a:off x="7742188" y="3424201"/>
          <a:ext cx="326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defRPr cap="all"/>
          </a:pPr>
          <a:r>
            <a:rPr lang="de-DE" sz="2700" kern="1200" cap="none" dirty="0"/>
            <a:t>Inspiration </a:t>
          </a:r>
          <a:r>
            <a:rPr lang="de-DE" sz="2700" kern="1200" cap="none" dirty="0" err="1"/>
            <a:t>for</a:t>
          </a:r>
          <a:r>
            <a:rPr lang="de-DE" sz="2700" kern="1200" cap="none" dirty="0"/>
            <a:t> </a:t>
          </a:r>
          <a:r>
            <a:rPr lang="de-DE" sz="2700" kern="1200" cap="none" dirty="0" err="1"/>
            <a:t>connected</a:t>
          </a:r>
          <a:r>
            <a:rPr lang="de-DE" sz="2700" kern="1200" cap="none" dirty="0"/>
            <a:t> </a:t>
          </a:r>
          <a:r>
            <a:rPr lang="de-DE" sz="2700" kern="1200" cap="none" dirty="0" err="1"/>
            <a:t>fields</a:t>
          </a:r>
          <a:endParaRPr lang="en-US" sz="2700" kern="1200" cap="none" dirty="0"/>
        </a:p>
      </dsp:txBody>
      <dsp:txXfrm>
        <a:off x="7742188" y="3424201"/>
        <a:ext cx="32625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2B99F37-0ABA-36F0-67D2-E9722C84281F}"/>
              </a:ext>
            </a:extLst>
          </p:cNvPr>
          <p:cNvSpPr/>
          <p:nvPr/>
        </p:nvSpPr>
        <p:spPr>
          <a:xfrm>
            <a:off x="0" y="8919258"/>
            <a:ext cx="6858000" cy="257399"/>
          </a:xfrm>
          <a:prstGeom prst="rect">
            <a:avLst/>
          </a:prstGeom>
          <a:solidFill>
            <a:srgbClr val="1435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800" b="1" spc="300" dirty="0">
                <a:latin typeface="Arial" panose="020B0604020202020204" pitchFamily="34" charset="0"/>
                <a:cs typeface="Arial" panose="020B0604020202020204" pitchFamily="34" charset="0"/>
              </a:rPr>
              <a:t>  LULEÅ UNIVERSITY OF TECHNOLOGY</a:t>
            </a:r>
          </a:p>
        </p:txBody>
      </p:sp>
      <p:sp>
        <p:nvSpPr>
          <p:cNvPr id="12" name="Rectangle 11">
            <a:extLst>
              <a:ext uri="{FF2B5EF4-FFF2-40B4-BE49-F238E27FC236}">
                <a16:creationId xmlns:a16="http://schemas.microsoft.com/office/drawing/2014/main" id="{5F7950D5-AE6A-74E1-749C-9811BF36C678}"/>
              </a:ext>
            </a:extLst>
          </p:cNvPr>
          <p:cNvSpPr>
            <a:spLocks/>
          </p:cNvSpPr>
          <p:nvPr/>
        </p:nvSpPr>
        <p:spPr>
          <a:xfrm>
            <a:off x="0" y="282500"/>
            <a:ext cx="6858000" cy="2199886"/>
          </a:xfrm>
          <a:prstGeom prst="rect">
            <a:avLst/>
          </a:prstGeom>
          <a:solidFill>
            <a:srgbClr val="E6ED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t>
            </a:r>
          </a:p>
        </p:txBody>
      </p:sp>
      <p:sp>
        <p:nvSpPr>
          <p:cNvPr id="2" name="Header Placeholder 1"/>
          <p:cNvSpPr>
            <a:spLocks noGrp="1"/>
          </p:cNvSpPr>
          <p:nvPr>
            <p:ph type="hdr" sz="quarter"/>
          </p:nvPr>
        </p:nvSpPr>
        <p:spPr>
          <a:xfrm>
            <a:off x="0" y="-620490"/>
            <a:ext cx="2971800" cy="458788"/>
          </a:xfrm>
          <a:prstGeom prst="rect">
            <a:avLst/>
          </a:prstGeom>
        </p:spPr>
        <p:txBody>
          <a:bodyPr vert="horz" lIns="91440" tIns="45720" rIns="91440" bIns="45720" rtlCol="0"/>
          <a:lstStyle>
            <a:lvl1pPr algn="l">
              <a:defRPr sz="900">
                <a:solidFill>
                  <a:srgbClr val="8AA5BE"/>
                </a:solidFill>
                <a:latin typeface="Arial" panose="020B0604020202020204" pitchFamily="34" charset="0"/>
                <a:cs typeface="Arial" panose="020B0604020202020204" pitchFamily="34" charset="0"/>
              </a:defRPr>
            </a:lvl1pPr>
          </a:lstStyle>
          <a:p>
            <a:endParaRPr lang="en-GB" dirty="0"/>
          </a:p>
        </p:txBody>
      </p:sp>
      <p:sp>
        <p:nvSpPr>
          <p:cNvPr id="3" name="Date Placeholder 2"/>
          <p:cNvSpPr>
            <a:spLocks noGrp="1"/>
          </p:cNvSpPr>
          <p:nvPr>
            <p:ph type="dt" idx="1"/>
          </p:nvPr>
        </p:nvSpPr>
        <p:spPr>
          <a:xfrm>
            <a:off x="5291117" y="8929925"/>
            <a:ext cx="1092221" cy="257399"/>
          </a:xfrm>
          <a:prstGeom prst="rect">
            <a:avLst/>
          </a:prstGeom>
        </p:spPr>
        <p:txBody>
          <a:bodyPr vert="horz" lIns="91440" tIns="45720" rIns="91440" bIns="45720" rtlCol="0"/>
          <a:lstStyle>
            <a:lvl1pPr algn="r">
              <a:defRPr sz="900">
                <a:solidFill>
                  <a:srgbClr val="587A9B"/>
                </a:solidFill>
                <a:latin typeface="Arial" panose="020B0604020202020204" pitchFamily="34" charset="0"/>
                <a:cs typeface="Arial" panose="020B0604020202020204" pitchFamily="34" charset="0"/>
              </a:defRPr>
            </a:lvl1pPr>
          </a:lstStyle>
          <a:p>
            <a:fld id="{70872794-4EBC-E944-B345-BB97E50B4B41}" type="datetimeFigureOut">
              <a:rPr lang="en-GB" smtClean="0"/>
              <a:pPr/>
              <a:t>06/05/2026</a:t>
            </a:fld>
            <a:endParaRPr lang="en-GB" dirty="0"/>
          </a:p>
        </p:txBody>
      </p:sp>
      <p:sp>
        <p:nvSpPr>
          <p:cNvPr id="4" name="Slide Image Placeholder 3"/>
          <p:cNvSpPr>
            <a:spLocks noGrp="1" noRot="1" noChangeAspect="1"/>
          </p:cNvSpPr>
          <p:nvPr>
            <p:ph type="sldImg" idx="2"/>
          </p:nvPr>
        </p:nvSpPr>
        <p:spPr>
          <a:xfrm>
            <a:off x="1849210" y="458788"/>
            <a:ext cx="3159579" cy="1777263"/>
          </a:xfrm>
          <a:prstGeom prst="rect">
            <a:avLst/>
          </a:prstGeom>
          <a:noFill/>
          <a:ln w="12700">
            <a:solidFill>
              <a:prstClr val="black"/>
            </a:solidFill>
          </a:ln>
        </p:spPr>
        <p:txBody>
          <a:bodyPr vert="horz" lIns="91440" tIns="45720" rIns="91440" bIns="45720" rtlCol="0" anchor="ctr"/>
          <a:lstStyle/>
          <a:p>
            <a:endParaRPr lang="en-GB"/>
          </a:p>
        </p:txBody>
      </p:sp>
      <p:sp>
        <p:nvSpPr>
          <p:cNvPr id="6" name="Footer Placeholder 5"/>
          <p:cNvSpPr>
            <a:spLocks noGrp="1"/>
          </p:cNvSpPr>
          <p:nvPr>
            <p:ph type="ftr" sz="quarter" idx="4"/>
          </p:nvPr>
        </p:nvSpPr>
        <p:spPr>
          <a:xfrm>
            <a:off x="0" y="9637717"/>
            <a:ext cx="2971800" cy="257399"/>
          </a:xfrm>
          <a:prstGeom prst="rect">
            <a:avLst/>
          </a:prstGeom>
        </p:spPr>
        <p:txBody>
          <a:bodyPr vert="horz" lIns="91440" tIns="45720" rIns="91440" bIns="45720" rtlCol="0" anchor="b"/>
          <a:lstStyle>
            <a:lvl1pPr algn="l">
              <a:defRPr sz="900">
                <a:solidFill>
                  <a:srgbClr val="587A9B"/>
                </a:solidFill>
                <a:latin typeface="Arial" panose="020B0604020202020204" pitchFamily="34" charset="0"/>
                <a:cs typeface="Arial" panose="020B0604020202020204" pitchFamily="34" charset="0"/>
              </a:defRPr>
            </a:lvl1pPr>
          </a:lstStyle>
          <a:p>
            <a:endParaRPr lang="en-GB"/>
          </a:p>
        </p:txBody>
      </p:sp>
      <p:sp>
        <p:nvSpPr>
          <p:cNvPr id="7" name="Slide Number Placeholder 6"/>
          <p:cNvSpPr>
            <a:spLocks noGrp="1"/>
          </p:cNvSpPr>
          <p:nvPr>
            <p:ph type="sldNum" sz="quarter" idx="5"/>
          </p:nvPr>
        </p:nvSpPr>
        <p:spPr>
          <a:xfrm>
            <a:off x="6384925" y="8918351"/>
            <a:ext cx="471488" cy="257399"/>
          </a:xfrm>
          <a:prstGeom prst="rect">
            <a:avLst/>
          </a:prstGeom>
        </p:spPr>
        <p:txBody>
          <a:bodyPr vert="horz" lIns="91440" tIns="45720" rIns="91440" bIns="45720" rtlCol="0" anchor="ctr"/>
          <a:lstStyle>
            <a:lvl1pPr algn="ctr">
              <a:defRPr sz="900">
                <a:solidFill>
                  <a:srgbClr val="8AA5BE"/>
                </a:solidFill>
                <a:latin typeface="Arial" panose="020B0604020202020204" pitchFamily="34" charset="0"/>
                <a:cs typeface="Arial" panose="020B0604020202020204" pitchFamily="34" charset="0"/>
              </a:defRPr>
            </a:lvl1pPr>
          </a:lstStyle>
          <a:p>
            <a:fld id="{AD117DE2-4EE9-A440-9C39-542054139895}" type="slidenum">
              <a:rPr lang="en-GB" smtClean="0"/>
              <a:pPr/>
              <a:t>‹Nr.›</a:t>
            </a:fld>
            <a:endParaRPr lang="en-GB" dirty="0"/>
          </a:p>
        </p:txBody>
      </p:sp>
      <p:sp>
        <p:nvSpPr>
          <p:cNvPr id="14" name="Notes Placeholder 4">
            <a:extLst>
              <a:ext uri="{FF2B5EF4-FFF2-40B4-BE49-F238E27FC236}">
                <a16:creationId xmlns:a16="http://schemas.microsoft.com/office/drawing/2014/main" id="{24AED601-F7C1-CB58-F2A0-C4362B6C29F2}"/>
              </a:ext>
            </a:extLst>
          </p:cNvPr>
          <p:cNvSpPr>
            <a:spLocks noGrp="1"/>
          </p:cNvSpPr>
          <p:nvPr>
            <p:ph type="body" sz="quarter" idx="3"/>
          </p:nvPr>
        </p:nvSpPr>
        <p:spPr>
          <a:xfrm>
            <a:off x="685006" y="2581928"/>
            <a:ext cx="5486400" cy="3133067"/>
          </a:xfrm>
          <a:prstGeom prst="rect">
            <a:avLst/>
          </a:prstGeom>
        </p:spPr>
        <p:txBody>
          <a:bodyPr vert="horz" lIns="91440" tIns="45720" rIns="91440" bIns="45720" numCol="2"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cxnSp>
        <p:nvCxnSpPr>
          <p:cNvPr id="15" name="Straight Connector 14">
            <a:extLst>
              <a:ext uri="{FF2B5EF4-FFF2-40B4-BE49-F238E27FC236}">
                <a16:creationId xmlns:a16="http://schemas.microsoft.com/office/drawing/2014/main" id="{DEC3DA0E-4D9F-28D4-4F9F-01EE7273D33E}"/>
              </a:ext>
            </a:extLst>
          </p:cNvPr>
          <p:cNvCxnSpPr>
            <a:cxnSpLocks/>
          </p:cNvCxnSpPr>
          <p:nvPr/>
        </p:nvCxnSpPr>
        <p:spPr>
          <a:xfrm>
            <a:off x="685006" y="5883725"/>
            <a:ext cx="5486400" cy="0"/>
          </a:xfrm>
          <a:prstGeom prst="line">
            <a:avLst/>
          </a:prstGeom>
          <a:ln w="12700">
            <a:solidFill>
              <a:srgbClr val="89A5BD"/>
            </a:solidFill>
            <a:tailEnd type="none"/>
          </a:ln>
        </p:spPr>
        <p:style>
          <a:lnRef idx="1">
            <a:schemeClr val="accent1"/>
          </a:lnRef>
          <a:fillRef idx="0">
            <a:schemeClr val="accent1"/>
          </a:fillRef>
          <a:effectRef idx="0">
            <a:schemeClr val="accent1"/>
          </a:effectRef>
          <a:fontRef idx="minor">
            <a:schemeClr val="tx1"/>
          </a:fontRef>
        </p:style>
      </p:cxnSp>
      <p:pic>
        <p:nvPicPr>
          <p:cNvPr id="16" name="Graphic 15" descr="Key outline">
            <a:extLst>
              <a:ext uri="{FF2B5EF4-FFF2-40B4-BE49-F238E27FC236}">
                <a16:creationId xmlns:a16="http://schemas.microsoft.com/office/drawing/2014/main" id="{B66ABC83-D269-665C-8F63-86DDDCE03E4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rot="16200000" flipH="1">
            <a:off x="685006" y="6018839"/>
            <a:ext cx="252000" cy="252000"/>
          </a:xfrm>
          <a:prstGeom prst="rect">
            <a:avLst/>
          </a:prstGeom>
        </p:spPr>
      </p:pic>
      <p:sp>
        <p:nvSpPr>
          <p:cNvPr id="17" name="TextBox 16">
            <a:extLst>
              <a:ext uri="{FF2B5EF4-FFF2-40B4-BE49-F238E27FC236}">
                <a16:creationId xmlns:a16="http://schemas.microsoft.com/office/drawing/2014/main" id="{9C700FB6-4F5E-AE46-40D2-FF4BA67D28FE}"/>
              </a:ext>
            </a:extLst>
          </p:cNvPr>
          <p:cNvSpPr txBox="1"/>
          <p:nvPr/>
        </p:nvSpPr>
        <p:spPr>
          <a:xfrm>
            <a:off x="913492" y="5935142"/>
            <a:ext cx="5257913" cy="369332"/>
          </a:xfrm>
          <a:prstGeom prst="rect">
            <a:avLst/>
          </a:prstGeom>
          <a:noFill/>
        </p:spPr>
        <p:txBody>
          <a:bodyPr wrap="square" rtlCol="0">
            <a:spAutoFit/>
          </a:bodyPr>
          <a:lstStyle/>
          <a:p>
            <a:r>
              <a:rPr lang="en-GB" u="sng" dirty="0">
                <a:solidFill>
                  <a:srgbClr val="032040"/>
                </a:solidFill>
                <a:latin typeface="Arial" panose="020B0604020202020204" pitchFamily="34" charset="0"/>
                <a:cs typeface="Arial" panose="020B0604020202020204" pitchFamily="34" charset="0"/>
              </a:rPr>
              <a:t>Notes and Key Takeaways</a:t>
            </a:r>
          </a:p>
        </p:txBody>
      </p:sp>
      <p:sp>
        <p:nvSpPr>
          <p:cNvPr id="18" name="Rectangle 17">
            <a:extLst>
              <a:ext uri="{FF2B5EF4-FFF2-40B4-BE49-F238E27FC236}">
                <a16:creationId xmlns:a16="http://schemas.microsoft.com/office/drawing/2014/main" id="{09779A89-52B5-4898-69F4-C1A4FA93440A}"/>
              </a:ext>
            </a:extLst>
          </p:cNvPr>
          <p:cNvSpPr/>
          <p:nvPr/>
        </p:nvSpPr>
        <p:spPr>
          <a:xfrm>
            <a:off x="685006" y="6408959"/>
            <a:ext cx="2667794" cy="2276254"/>
          </a:xfrm>
          <a:prstGeom prst="rect">
            <a:avLst/>
          </a:prstGeom>
          <a:solidFill>
            <a:srgbClr val="CFDBE4">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18">
            <a:extLst>
              <a:ext uri="{FF2B5EF4-FFF2-40B4-BE49-F238E27FC236}">
                <a16:creationId xmlns:a16="http://schemas.microsoft.com/office/drawing/2014/main" id="{32C258BC-72A0-0A17-2B9F-3334483F447F}"/>
              </a:ext>
            </a:extLst>
          </p:cNvPr>
          <p:cNvSpPr/>
          <p:nvPr/>
        </p:nvSpPr>
        <p:spPr>
          <a:xfrm>
            <a:off x="3503611" y="6408959"/>
            <a:ext cx="2667794" cy="2276254"/>
          </a:xfrm>
          <a:prstGeom prst="rect">
            <a:avLst/>
          </a:prstGeom>
          <a:solidFill>
            <a:srgbClr val="CFDBE4">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50608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rgbClr val="072F54"/>
        </a:solidFill>
        <a:latin typeface="Arial" panose="020B0604020202020204" pitchFamily="34" charset="0"/>
        <a:ea typeface="+mn-ea"/>
        <a:cs typeface="Arial" panose="020B0604020202020204" pitchFamily="34" charset="0"/>
      </a:defRPr>
    </a:lvl1pPr>
    <a:lvl2pPr marL="457200" indent="-279400" algn="l" defTabSz="914400" rtl="0" eaLnBrk="1" latinLnBrk="0" hangingPunct="1">
      <a:tabLst/>
      <a:defRPr sz="1050" kern="1200">
        <a:solidFill>
          <a:srgbClr val="072F54"/>
        </a:solidFill>
        <a:latin typeface="Arial" panose="020B0604020202020204" pitchFamily="34" charset="0"/>
        <a:ea typeface="+mn-ea"/>
        <a:cs typeface="Arial" panose="020B0604020202020204" pitchFamily="34" charset="0"/>
      </a:defRPr>
    </a:lvl2pPr>
    <a:lvl3pPr marL="914400" indent="-557213" algn="l" defTabSz="914400" rtl="0" eaLnBrk="1" latinLnBrk="0" hangingPunct="1">
      <a:tabLst/>
      <a:defRPr sz="1050" kern="1200">
        <a:solidFill>
          <a:srgbClr val="072F54"/>
        </a:solidFill>
        <a:latin typeface="Arial" panose="020B0604020202020204" pitchFamily="34" charset="0"/>
        <a:ea typeface="+mn-ea"/>
        <a:cs typeface="Arial" panose="020B0604020202020204" pitchFamily="34" charset="0"/>
      </a:defRPr>
    </a:lvl3pPr>
    <a:lvl4pPr marL="1371600" indent="-835025" algn="l" defTabSz="914400" rtl="0" eaLnBrk="1" latinLnBrk="0" hangingPunct="1">
      <a:tabLst/>
      <a:defRPr sz="1050" kern="1200">
        <a:solidFill>
          <a:srgbClr val="072F54"/>
        </a:solidFill>
        <a:latin typeface="Arial" panose="020B0604020202020204" pitchFamily="34" charset="0"/>
        <a:ea typeface="+mn-ea"/>
        <a:cs typeface="Arial" panose="020B0604020202020204" pitchFamily="34" charset="0"/>
      </a:defRPr>
    </a:lvl4pPr>
    <a:lvl5pPr marL="1828800" indent="-1114425" algn="l" defTabSz="914400" rtl="0" eaLnBrk="1" latinLnBrk="0" hangingPunct="1">
      <a:tabLst/>
      <a:defRPr sz="1050" kern="1200">
        <a:solidFill>
          <a:srgbClr val="072F54"/>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839E6F1-3D5E-85B1-54EA-CD8344745F7B}"/>
              </a:ext>
            </a:extLst>
          </p:cNvPr>
          <p:cNvSpPr/>
          <p:nvPr/>
        </p:nvSpPr>
        <p:spPr>
          <a:xfrm>
            <a:off x="0" y="0"/>
            <a:ext cx="7197634" cy="687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E"/>
          </a:p>
        </p:txBody>
      </p:sp>
      <p:pic>
        <p:nvPicPr>
          <p:cNvPr id="13" name="Picture 12" descr="A close-up of a glass&#10;&#10;Description automatically generated with low confidence">
            <a:extLst>
              <a:ext uri="{FF2B5EF4-FFF2-40B4-BE49-F238E27FC236}">
                <a16:creationId xmlns:a16="http://schemas.microsoft.com/office/drawing/2014/main" id="{578A7E98-675C-BC22-7057-0420084F2F96}"/>
              </a:ext>
            </a:extLst>
          </p:cNvPr>
          <p:cNvPicPr>
            <a:picLocks noChangeAspect="1"/>
          </p:cNvPicPr>
          <p:nvPr userDrawn="1"/>
        </p:nvPicPr>
        <p:blipFill>
          <a:blip r:embed="rId2"/>
          <a:stretch>
            <a:fillRect/>
          </a:stretch>
        </p:blipFill>
        <p:spPr>
          <a:xfrm>
            <a:off x="5900614" y="0"/>
            <a:ext cx="6307898" cy="6876000"/>
          </a:xfrm>
          <a:prstGeom prst="rect">
            <a:avLst/>
          </a:prstGeom>
        </p:spPr>
      </p:pic>
      <p:sp>
        <p:nvSpPr>
          <p:cNvPr id="9" name="Rectangle 8">
            <a:extLst>
              <a:ext uri="{FF2B5EF4-FFF2-40B4-BE49-F238E27FC236}">
                <a16:creationId xmlns:a16="http://schemas.microsoft.com/office/drawing/2014/main" id="{BA85A163-2C96-F418-6DFE-3C8D13197030}"/>
              </a:ext>
            </a:extLst>
          </p:cNvPr>
          <p:cNvSpPr/>
          <p:nvPr/>
        </p:nvSpPr>
        <p:spPr>
          <a:xfrm>
            <a:off x="2158738" y="1498862"/>
            <a:ext cx="7598004" cy="30071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2" name="Title 1">
            <a:extLst>
              <a:ext uri="{FF2B5EF4-FFF2-40B4-BE49-F238E27FC236}">
                <a16:creationId xmlns:a16="http://schemas.microsoft.com/office/drawing/2014/main" id="{04041660-8457-136D-96AA-739798C4C52E}"/>
              </a:ext>
            </a:extLst>
          </p:cNvPr>
          <p:cNvSpPr>
            <a:spLocks noGrp="1"/>
          </p:cNvSpPr>
          <p:nvPr>
            <p:ph type="ctrTitle"/>
          </p:nvPr>
        </p:nvSpPr>
        <p:spPr>
          <a:xfrm>
            <a:off x="2600746" y="1791620"/>
            <a:ext cx="6836022" cy="1152430"/>
          </a:xfrm>
        </p:spPr>
        <p:txBody>
          <a:bodyPr anchor="b">
            <a:normAutofit/>
          </a:bodyPr>
          <a:lstStyle>
            <a:lvl1pPr algn="l">
              <a:defRPr sz="3600" b="0">
                <a:solidFill>
                  <a:schemeClr val="bg1"/>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DE3A72B8-3A67-1000-3C21-42E9E0566780}"/>
              </a:ext>
            </a:extLst>
          </p:cNvPr>
          <p:cNvSpPr>
            <a:spLocks noGrp="1"/>
          </p:cNvSpPr>
          <p:nvPr>
            <p:ph type="subTitle" idx="1"/>
          </p:nvPr>
        </p:nvSpPr>
        <p:spPr>
          <a:xfrm>
            <a:off x="2598993" y="3250091"/>
            <a:ext cx="6836022" cy="905348"/>
          </a:xfrm>
        </p:spPr>
        <p:txBody>
          <a:bodyPr/>
          <a:lstStyle>
            <a:lvl1pPr marL="0" indent="0" algn="l">
              <a:spcBef>
                <a:spcPts val="0"/>
              </a:spcBef>
              <a:buNone/>
              <a:defRPr sz="2400">
                <a:solidFill>
                  <a:srgbClr val="88A5BD"/>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16" name="Rectangle 15">
            <a:extLst>
              <a:ext uri="{FF2B5EF4-FFF2-40B4-BE49-F238E27FC236}">
                <a16:creationId xmlns:a16="http://schemas.microsoft.com/office/drawing/2014/main" id="{F7B5DEEE-58F2-D5F2-72EB-270F00A3603D}"/>
              </a:ext>
            </a:extLst>
          </p:cNvPr>
          <p:cNvSpPr/>
          <p:nvPr userDrawn="1"/>
        </p:nvSpPr>
        <p:spPr>
          <a:xfrm>
            <a:off x="-1769968" y="0"/>
            <a:ext cx="1658228" cy="2387600"/>
          </a:xfrm>
          <a:prstGeom prst="rect">
            <a:avLst/>
          </a:prstGeom>
          <a:solidFill>
            <a:srgbClr val="FFFCDB"/>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rtlCol="0" anchor="t"/>
          <a:lstStyle/>
          <a:p>
            <a:pPr algn="l"/>
            <a:r>
              <a:rPr lang="en-GB" sz="1200" b="1" dirty="0">
                <a:solidFill>
                  <a:srgbClr val="1A1918"/>
                </a:solidFill>
              </a:rPr>
              <a:t>LAYOUT GUIDE</a:t>
            </a:r>
          </a:p>
          <a:p>
            <a:pPr algn="l"/>
            <a:endParaRPr lang="en-GB" sz="1200" dirty="0">
              <a:solidFill>
                <a:srgbClr val="1A1918"/>
              </a:solidFill>
            </a:endParaRPr>
          </a:p>
          <a:p>
            <a:pPr algn="l"/>
            <a:r>
              <a:rPr lang="en-GB" sz="1200" dirty="0">
                <a:solidFill>
                  <a:srgbClr val="1A1918"/>
                </a:solidFill>
              </a:rPr>
              <a:t>This slide should only be used for the title of your presentation.</a:t>
            </a:r>
          </a:p>
          <a:p>
            <a:pPr algn="l"/>
            <a:endParaRPr lang="en-GB" sz="1200" dirty="0">
              <a:solidFill>
                <a:schemeClr val="tx1"/>
              </a:solidFill>
            </a:endParaRPr>
          </a:p>
          <a:p>
            <a:pPr algn="l"/>
            <a:r>
              <a:rPr lang="en-GB" sz="1200" dirty="0">
                <a:solidFill>
                  <a:schemeClr val="accent5">
                    <a:lumMod val="40000"/>
                    <a:lumOff val="60000"/>
                  </a:schemeClr>
                </a:solidFill>
              </a:rPr>
              <a:t>--------------</a:t>
            </a:r>
          </a:p>
          <a:p>
            <a:pPr algn="l"/>
            <a:r>
              <a:rPr lang="en-GB" sz="1050" i="1" dirty="0">
                <a:solidFill>
                  <a:srgbClr val="767776"/>
                </a:solidFill>
              </a:rPr>
              <a:t>This info box will not appear when you present your slide.</a:t>
            </a:r>
          </a:p>
        </p:txBody>
      </p:sp>
      <p:sp>
        <p:nvSpPr>
          <p:cNvPr id="8" name="Rectangle 7">
            <a:extLst>
              <a:ext uri="{FF2B5EF4-FFF2-40B4-BE49-F238E27FC236}">
                <a16:creationId xmlns:a16="http://schemas.microsoft.com/office/drawing/2014/main" id="{6F079434-A6AB-3C5C-E4D8-CE0EB1BAA1EC}"/>
              </a:ext>
            </a:extLst>
          </p:cNvPr>
          <p:cNvSpPr/>
          <p:nvPr userDrawn="1"/>
        </p:nvSpPr>
        <p:spPr>
          <a:xfrm>
            <a:off x="2615462" y="3040831"/>
            <a:ext cx="720000" cy="50400"/>
          </a:xfrm>
          <a:prstGeom prst="rect">
            <a:avLst/>
          </a:prstGeom>
          <a:solidFill>
            <a:srgbClr val="FF824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44113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12E8426-9755-B737-0920-8ED502B024CE}"/>
              </a:ext>
            </a:extLst>
          </p:cNvPr>
          <p:cNvSpPr/>
          <p:nvPr userDrawn="1"/>
        </p:nvSpPr>
        <p:spPr>
          <a:xfrm>
            <a:off x="326655" y="369182"/>
            <a:ext cx="46800" cy="669600"/>
          </a:xfrm>
          <a:prstGeom prst="rect">
            <a:avLst/>
          </a:prstGeom>
          <a:solidFill>
            <a:srgbClr val="FF824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solidFill>
                <a:schemeClr val="tx1"/>
              </a:solidFill>
            </a:endParaRPr>
          </a:p>
        </p:txBody>
      </p:sp>
      <p:sp>
        <p:nvSpPr>
          <p:cNvPr id="2" name="Title 1">
            <a:extLst>
              <a:ext uri="{FF2B5EF4-FFF2-40B4-BE49-F238E27FC236}">
                <a16:creationId xmlns:a16="http://schemas.microsoft.com/office/drawing/2014/main" id="{827E43A9-6C0D-ACA1-BFF0-D3F2207E2F5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E3CA7EF-2525-FF1F-380C-37FAD070B8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14779597-F8CA-1765-0C99-31982B9C7993}"/>
              </a:ext>
            </a:extLst>
          </p:cNvPr>
          <p:cNvSpPr>
            <a:spLocks noGrp="1"/>
          </p:cNvSpPr>
          <p:nvPr>
            <p:ph type="dt" sz="half" idx="10"/>
          </p:nvPr>
        </p:nvSpPr>
        <p:spPr/>
        <p:txBody>
          <a:bodyPr/>
          <a:lstStyle/>
          <a:p>
            <a:fld id="{323C7BE1-67B9-5941-A9CD-FE6AEB98B9F2}" type="datetime1">
              <a:rPr lang="sv-SE" smtClean="0"/>
              <a:t>2026-05-06</a:t>
            </a:fld>
            <a:endParaRPr lang="en-GB" dirty="0"/>
          </a:p>
        </p:txBody>
      </p:sp>
      <p:sp>
        <p:nvSpPr>
          <p:cNvPr id="5" name="Footer Placeholder 4">
            <a:extLst>
              <a:ext uri="{FF2B5EF4-FFF2-40B4-BE49-F238E27FC236}">
                <a16:creationId xmlns:a16="http://schemas.microsoft.com/office/drawing/2014/main" id="{AB70D5EB-BD2C-57A6-418F-9216735F6900}"/>
              </a:ext>
            </a:extLst>
          </p:cNvPr>
          <p:cNvSpPr>
            <a:spLocks noGrp="1"/>
          </p:cNvSpPr>
          <p:nvPr>
            <p:ph type="ftr" sz="quarter" idx="11"/>
          </p:nvPr>
        </p:nvSpPr>
        <p:spPr/>
        <p:txBody>
          <a:bodyPr/>
          <a:lstStyle/>
          <a:p>
            <a:r>
              <a:rPr lang="en-GB"/>
              <a:t>YOUR DEPARTMENT NAME</a:t>
            </a:r>
            <a:endParaRPr lang="en-GB" dirty="0"/>
          </a:p>
        </p:txBody>
      </p:sp>
      <p:sp>
        <p:nvSpPr>
          <p:cNvPr id="6" name="Slide Number Placeholder 5">
            <a:extLst>
              <a:ext uri="{FF2B5EF4-FFF2-40B4-BE49-F238E27FC236}">
                <a16:creationId xmlns:a16="http://schemas.microsoft.com/office/drawing/2014/main" id="{D3A25C64-6B2B-811E-AE63-0DB6015067B8}"/>
              </a:ext>
            </a:extLst>
          </p:cNvPr>
          <p:cNvSpPr>
            <a:spLocks noGrp="1"/>
          </p:cNvSpPr>
          <p:nvPr>
            <p:ph type="sldNum" sz="quarter" idx="12"/>
          </p:nvPr>
        </p:nvSpPr>
        <p:spPr/>
        <p:txBody>
          <a:bodyPr/>
          <a:lstStyle/>
          <a:p>
            <a:fld id="{B3284CE9-EFAB-9F4B-868A-1F02DB69B64D}" type="slidenum">
              <a:rPr lang="en-GB" smtClean="0"/>
              <a:pPr/>
              <a:t>‹Nr.›</a:t>
            </a:fld>
            <a:endParaRPr lang="en-GB"/>
          </a:p>
        </p:txBody>
      </p:sp>
    </p:spTree>
    <p:extLst>
      <p:ext uri="{BB962C8B-B14F-4D97-AF65-F5344CB8AC3E}">
        <p14:creationId xmlns:p14="http://schemas.microsoft.com/office/powerpoint/2010/main" val="193957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D07B-19F9-BEC7-E6B2-3BD72BB02D94}"/>
              </a:ext>
            </a:extLst>
          </p:cNvPr>
          <p:cNvSpPr>
            <a:spLocks noGrp="1"/>
          </p:cNvSpPr>
          <p:nvPr>
            <p:ph type="title" hasCustomPrompt="1"/>
          </p:nvPr>
        </p:nvSpPr>
        <p:spPr>
          <a:xfrm>
            <a:off x="1912659" y="1745137"/>
            <a:ext cx="8330824" cy="1168652"/>
          </a:xfrm>
        </p:spPr>
        <p:txBody>
          <a:bodyPr anchor="b">
            <a:normAutofit/>
          </a:bodyPr>
          <a:lstStyle>
            <a:lvl1pPr>
              <a:defRPr sz="3600" b="0"/>
            </a:lvl1pPr>
          </a:lstStyle>
          <a:p>
            <a:r>
              <a:rPr lang="en-GB" dirty="0"/>
              <a:t>Click to add subsection title</a:t>
            </a:r>
          </a:p>
        </p:txBody>
      </p:sp>
      <p:sp>
        <p:nvSpPr>
          <p:cNvPr id="5" name="Rectangle 4">
            <a:extLst>
              <a:ext uri="{FF2B5EF4-FFF2-40B4-BE49-F238E27FC236}">
                <a16:creationId xmlns:a16="http://schemas.microsoft.com/office/drawing/2014/main" id="{645E0678-0AFB-FBE0-7737-66853E3F4237}"/>
              </a:ext>
            </a:extLst>
          </p:cNvPr>
          <p:cNvSpPr/>
          <p:nvPr userDrawn="1"/>
        </p:nvSpPr>
        <p:spPr>
          <a:xfrm>
            <a:off x="1932291" y="3019812"/>
            <a:ext cx="720000" cy="45719"/>
          </a:xfrm>
          <a:prstGeom prst="rect">
            <a:avLst/>
          </a:prstGeom>
          <a:solidFill>
            <a:srgbClr val="FF824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647EDC20-FECA-E4BA-AA12-56643B9E9CEE}"/>
              </a:ext>
            </a:extLst>
          </p:cNvPr>
          <p:cNvSpPr>
            <a:spLocks noGrp="1"/>
          </p:cNvSpPr>
          <p:nvPr>
            <p:ph type="body" idx="1"/>
          </p:nvPr>
        </p:nvSpPr>
        <p:spPr>
          <a:xfrm>
            <a:off x="1921469" y="3219653"/>
            <a:ext cx="8330824" cy="741062"/>
          </a:xfrm>
        </p:spPr>
        <p:txBody>
          <a:bodyPr/>
          <a:lstStyle>
            <a:lvl1pPr marL="0" indent="0">
              <a:spcBef>
                <a:spcPts val="0"/>
              </a:spcBef>
              <a:buNone/>
              <a:defRPr sz="2400">
                <a:solidFill>
                  <a:srgbClr val="88A5BD"/>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Rectangle 3">
            <a:extLst>
              <a:ext uri="{FF2B5EF4-FFF2-40B4-BE49-F238E27FC236}">
                <a16:creationId xmlns:a16="http://schemas.microsoft.com/office/drawing/2014/main" id="{B62D1BAA-2707-DCF7-3710-5311C4B441B5}"/>
              </a:ext>
            </a:extLst>
          </p:cNvPr>
          <p:cNvSpPr/>
          <p:nvPr userDrawn="1"/>
        </p:nvSpPr>
        <p:spPr>
          <a:xfrm>
            <a:off x="-1792270" y="-1"/>
            <a:ext cx="1658228" cy="5740401"/>
          </a:xfrm>
          <a:prstGeom prst="rect">
            <a:avLst/>
          </a:prstGeom>
          <a:solidFill>
            <a:srgbClr val="FFFCDB"/>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rtlCol="0" anchor="t"/>
          <a:lstStyle/>
          <a:p>
            <a:pPr algn="l"/>
            <a:r>
              <a:rPr lang="en-GB" sz="1200" b="1" dirty="0">
                <a:solidFill>
                  <a:srgbClr val="1A1918"/>
                </a:solidFill>
              </a:rPr>
              <a:t>LAYOUT GUIDE</a:t>
            </a:r>
          </a:p>
          <a:p>
            <a:pPr algn="l"/>
            <a:endParaRPr lang="en-GB" sz="1200" dirty="0">
              <a:solidFill>
                <a:srgbClr val="1A1918"/>
              </a:solidFill>
            </a:endParaRPr>
          </a:p>
          <a:p>
            <a:pPr algn="l"/>
            <a:r>
              <a:rPr lang="en-GB" sz="1200" dirty="0">
                <a:solidFill>
                  <a:srgbClr val="1A1918"/>
                </a:solidFill>
              </a:rPr>
              <a:t>Use this layout when you want to change topics within your presentation. </a:t>
            </a:r>
          </a:p>
          <a:p>
            <a:pPr algn="l"/>
            <a:endParaRPr lang="en-GB" sz="1200" dirty="0">
              <a:solidFill>
                <a:srgbClr val="1A1918"/>
              </a:solidFill>
            </a:endParaRPr>
          </a:p>
          <a:p>
            <a:pPr algn="l"/>
            <a:r>
              <a:rPr lang="en-GB" sz="1200" dirty="0">
                <a:solidFill>
                  <a:srgbClr val="1A1918"/>
                </a:solidFill>
              </a:rPr>
              <a:t>It</a:t>
            </a:r>
            <a:r>
              <a:rPr lang="en-GB" sz="1200" baseline="0" dirty="0">
                <a:solidFill>
                  <a:srgbClr val="1A1918"/>
                </a:solidFill>
              </a:rPr>
              <a:t> can also be used to pose a question. </a:t>
            </a:r>
          </a:p>
          <a:p>
            <a:pPr algn="l"/>
            <a:endParaRPr lang="en-GB" sz="1200" baseline="0" dirty="0">
              <a:solidFill>
                <a:srgbClr val="1A1918"/>
              </a:solidFill>
            </a:endParaRPr>
          </a:p>
          <a:p>
            <a:pPr algn="l"/>
            <a:r>
              <a:rPr lang="en-GB" sz="1200" baseline="0" dirty="0">
                <a:solidFill>
                  <a:srgbClr val="1A1918"/>
                </a:solidFill>
              </a:rPr>
              <a:t>It is not always necessary to fill in the blue subtext below the orange divider.</a:t>
            </a:r>
          </a:p>
          <a:p>
            <a:pPr algn="l"/>
            <a:endParaRPr lang="en-GB" sz="1200" baseline="0" dirty="0">
              <a:solidFill>
                <a:srgbClr val="1A1918"/>
              </a:solidFill>
            </a:endParaRPr>
          </a:p>
          <a:p>
            <a:pPr algn="l"/>
            <a:r>
              <a:rPr lang="en-GB" sz="1200" baseline="0" dirty="0">
                <a:solidFill>
                  <a:srgbClr val="1A1918"/>
                </a:solidFill>
              </a:rPr>
              <a:t>You might notice that the orange divider is animated. This is to help draw the viewer’s attention to a new subtopic or idea.</a:t>
            </a:r>
            <a:endParaRPr lang="en-GB" sz="1200" dirty="0">
              <a:solidFill>
                <a:srgbClr val="1A1918"/>
              </a:solidFill>
            </a:endParaRPr>
          </a:p>
          <a:p>
            <a:pPr algn="l"/>
            <a:endParaRPr lang="en-GB" sz="1200" dirty="0">
              <a:solidFill>
                <a:schemeClr val="tx1"/>
              </a:solidFill>
            </a:endParaRPr>
          </a:p>
          <a:p>
            <a:pPr algn="l"/>
            <a:r>
              <a:rPr lang="en-GB" sz="1200" dirty="0">
                <a:solidFill>
                  <a:schemeClr val="accent5">
                    <a:lumMod val="40000"/>
                    <a:lumOff val="60000"/>
                  </a:schemeClr>
                </a:solidFill>
              </a:rPr>
              <a:t>--------------</a:t>
            </a:r>
          </a:p>
          <a:p>
            <a:pPr algn="l"/>
            <a:r>
              <a:rPr lang="en-GB" sz="1050" i="1" dirty="0">
                <a:solidFill>
                  <a:srgbClr val="767776"/>
                </a:solidFill>
              </a:rPr>
              <a:t>This info box will not appear when you present your slide.</a:t>
            </a:r>
          </a:p>
        </p:txBody>
      </p:sp>
      <p:sp>
        <p:nvSpPr>
          <p:cNvPr id="6" name="Date Placeholder 5">
            <a:extLst>
              <a:ext uri="{FF2B5EF4-FFF2-40B4-BE49-F238E27FC236}">
                <a16:creationId xmlns:a16="http://schemas.microsoft.com/office/drawing/2014/main" id="{7E838C8D-4C57-E944-518B-AA59DEA54AF7}"/>
              </a:ext>
            </a:extLst>
          </p:cNvPr>
          <p:cNvSpPr>
            <a:spLocks noGrp="1"/>
          </p:cNvSpPr>
          <p:nvPr>
            <p:ph type="dt" sz="half" idx="10"/>
          </p:nvPr>
        </p:nvSpPr>
        <p:spPr/>
        <p:txBody>
          <a:bodyPr/>
          <a:lstStyle/>
          <a:p>
            <a:fld id="{323C7BE1-67B9-5941-A9CD-FE6AEB98B9F2}" type="datetime1">
              <a:rPr lang="sv-SE" smtClean="0"/>
              <a:t>2026-05-06</a:t>
            </a:fld>
            <a:endParaRPr lang="en-GB" dirty="0"/>
          </a:p>
        </p:txBody>
      </p:sp>
      <p:sp>
        <p:nvSpPr>
          <p:cNvPr id="7" name="Footer Placeholder 6">
            <a:extLst>
              <a:ext uri="{FF2B5EF4-FFF2-40B4-BE49-F238E27FC236}">
                <a16:creationId xmlns:a16="http://schemas.microsoft.com/office/drawing/2014/main" id="{0FB3DF29-087D-ED22-083C-C2794FDDDAC9}"/>
              </a:ext>
            </a:extLst>
          </p:cNvPr>
          <p:cNvSpPr>
            <a:spLocks noGrp="1"/>
          </p:cNvSpPr>
          <p:nvPr>
            <p:ph type="ftr" sz="quarter" idx="11"/>
          </p:nvPr>
        </p:nvSpPr>
        <p:spPr/>
        <p:txBody>
          <a:bodyPr/>
          <a:lstStyle/>
          <a:p>
            <a:r>
              <a:rPr lang="en-GB"/>
              <a:t>YOUR DEPARTMENT NAME</a:t>
            </a:r>
            <a:endParaRPr lang="en-GB" dirty="0"/>
          </a:p>
        </p:txBody>
      </p:sp>
      <p:sp>
        <p:nvSpPr>
          <p:cNvPr id="8" name="Slide Number Placeholder 7">
            <a:extLst>
              <a:ext uri="{FF2B5EF4-FFF2-40B4-BE49-F238E27FC236}">
                <a16:creationId xmlns:a16="http://schemas.microsoft.com/office/drawing/2014/main" id="{A7BC9E11-BC48-AFA7-EA17-E0C9597E2501}"/>
              </a:ext>
            </a:extLst>
          </p:cNvPr>
          <p:cNvSpPr>
            <a:spLocks noGrp="1"/>
          </p:cNvSpPr>
          <p:nvPr>
            <p:ph type="sldNum" sz="quarter" idx="12"/>
          </p:nvPr>
        </p:nvSpPr>
        <p:spPr/>
        <p:txBody>
          <a:bodyPr/>
          <a:lstStyle/>
          <a:p>
            <a:fld id="{B3284CE9-EFAB-9F4B-868A-1F02DB69B64D}" type="slidenum">
              <a:rPr lang="en-GB" smtClean="0"/>
              <a:pPr/>
              <a:t>‹Nr.›</a:t>
            </a:fld>
            <a:endParaRPr lang="en-GB"/>
          </a:p>
        </p:txBody>
      </p:sp>
    </p:spTree>
    <p:extLst>
      <p:ext uri="{BB962C8B-B14F-4D97-AF65-F5344CB8AC3E}">
        <p14:creationId xmlns:p14="http://schemas.microsoft.com/office/powerpoint/2010/main" val="3336936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DD7AA-36D9-8D4C-DE2E-ED7B7E5CF9B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FDFEDB8-96EA-A00A-00FB-FC83502AE73D}"/>
              </a:ext>
            </a:extLst>
          </p:cNvPr>
          <p:cNvSpPr>
            <a:spLocks noGrp="1"/>
          </p:cNvSpPr>
          <p:nvPr>
            <p:ph sz="half" idx="1"/>
          </p:nvPr>
        </p:nvSpPr>
        <p:spPr>
          <a:xfrm>
            <a:off x="557619" y="1275589"/>
            <a:ext cx="5468937" cy="496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22527DAC-0C51-5380-E6D3-361F3CC0CF1E}"/>
              </a:ext>
            </a:extLst>
          </p:cNvPr>
          <p:cNvSpPr>
            <a:spLocks noGrp="1"/>
          </p:cNvSpPr>
          <p:nvPr>
            <p:ph sz="half" idx="2"/>
          </p:nvPr>
        </p:nvSpPr>
        <p:spPr>
          <a:xfrm>
            <a:off x="6172199" y="1275589"/>
            <a:ext cx="5468937" cy="496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Date Placeholder 8">
            <a:extLst>
              <a:ext uri="{FF2B5EF4-FFF2-40B4-BE49-F238E27FC236}">
                <a16:creationId xmlns:a16="http://schemas.microsoft.com/office/drawing/2014/main" id="{CE58D841-927A-F1CF-8135-CE5815F5715D}"/>
              </a:ext>
            </a:extLst>
          </p:cNvPr>
          <p:cNvSpPr>
            <a:spLocks noGrp="1"/>
          </p:cNvSpPr>
          <p:nvPr>
            <p:ph type="dt" sz="half" idx="10"/>
          </p:nvPr>
        </p:nvSpPr>
        <p:spPr/>
        <p:txBody>
          <a:bodyPr/>
          <a:lstStyle/>
          <a:p>
            <a:fld id="{323C7BE1-67B9-5941-A9CD-FE6AEB98B9F2}" type="datetime1">
              <a:rPr lang="sv-SE" smtClean="0"/>
              <a:t>2026-05-06</a:t>
            </a:fld>
            <a:endParaRPr lang="en-GB" dirty="0"/>
          </a:p>
        </p:txBody>
      </p:sp>
      <p:sp>
        <p:nvSpPr>
          <p:cNvPr id="10" name="Footer Placeholder 9">
            <a:extLst>
              <a:ext uri="{FF2B5EF4-FFF2-40B4-BE49-F238E27FC236}">
                <a16:creationId xmlns:a16="http://schemas.microsoft.com/office/drawing/2014/main" id="{908E3766-A099-16CD-4A8A-8B26AF0BA211}"/>
              </a:ext>
            </a:extLst>
          </p:cNvPr>
          <p:cNvSpPr>
            <a:spLocks noGrp="1"/>
          </p:cNvSpPr>
          <p:nvPr>
            <p:ph type="ftr" sz="quarter" idx="11"/>
          </p:nvPr>
        </p:nvSpPr>
        <p:spPr/>
        <p:txBody>
          <a:bodyPr/>
          <a:lstStyle/>
          <a:p>
            <a:r>
              <a:rPr lang="en-GB"/>
              <a:t>YOUR DEPARTMENT NAME</a:t>
            </a:r>
            <a:endParaRPr lang="en-GB" dirty="0"/>
          </a:p>
        </p:txBody>
      </p:sp>
      <p:sp>
        <p:nvSpPr>
          <p:cNvPr id="11" name="Slide Number Placeholder 10">
            <a:extLst>
              <a:ext uri="{FF2B5EF4-FFF2-40B4-BE49-F238E27FC236}">
                <a16:creationId xmlns:a16="http://schemas.microsoft.com/office/drawing/2014/main" id="{787C8257-2740-2FB1-416C-FA4CA4C57DCB}"/>
              </a:ext>
            </a:extLst>
          </p:cNvPr>
          <p:cNvSpPr>
            <a:spLocks noGrp="1"/>
          </p:cNvSpPr>
          <p:nvPr>
            <p:ph type="sldNum" sz="quarter" idx="12"/>
          </p:nvPr>
        </p:nvSpPr>
        <p:spPr/>
        <p:txBody>
          <a:bodyPr/>
          <a:lstStyle/>
          <a:p>
            <a:fld id="{B3284CE9-EFAB-9F4B-868A-1F02DB69B64D}" type="slidenum">
              <a:rPr lang="en-GB" smtClean="0"/>
              <a:pPr/>
              <a:t>‹Nr.›</a:t>
            </a:fld>
            <a:endParaRPr lang="en-GB"/>
          </a:p>
        </p:txBody>
      </p:sp>
      <p:sp>
        <p:nvSpPr>
          <p:cNvPr id="6" name="Rectangle 5">
            <a:extLst>
              <a:ext uri="{FF2B5EF4-FFF2-40B4-BE49-F238E27FC236}">
                <a16:creationId xmlns:a16="http://schemas.microsoft.com/office/drawing/2014/main" id="{CBAD3437-DA4D-95E6-C604-B801DD490A2B}"/>
              </a:ext>
            </a:extLst>
          </p:cNvPr>
          <p:cNvSpPr/>
          <p:nvPr userDrawn="1"/>
        </p:nvSpPr>
        <p:spPr>
          <a:xfrm>
            <a:off x="326655" y="369182"/>
            <a:ext cx="46800" cy="669600"/>
          </a:xfrm>
          <a:prstGeom prst="rect">
            <a:avLst/>
          </a:prstGeom>
          <a:solidFill>
            <a:srgbClr val="FF824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solidFill>
                <a:schemeClr val="tx1"/>
              </a:solidFill>
            </a:endParaRPr>
          </a:p>
        </p:txBody>
      </p:sp>
    </p:spTree>
    <p:extLst>
      <p:ext uri="{BB962C8B-B14F-4D97-AF65-F5344CB8AC3E}">
        <p14:creationId xmlns:p14="http://schemas.microsoft.com/office/powerpoint/2010/main" val="1494996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44328-5D33-79E6-EA9D-106B6FDB4ACD}"/>
              </a:ext>
            </a:extLst>
          </p:cNvPr>
          <p:cNvSpPr>
            <a:spLocks noGrp="1"/>
          </p:cNvSpPr>
          <p:nvPr>
            <p:ph type="title"/>
          </p:nvPr>
        </p:nvSpPr>
        <p:spPr>
          <a:xfrm>
            <a:off x="556018" y="260350"/>
            <a:ext cx="9140361" cy="936625"/>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A19A563-B989-C08E-69F7-5F3B3B7F1A08}"/>
              </a:ext>
            </a:extLst>
          </p:cNvPr>
          <p:cNvSpPr>
            <a:spLocks noGrp="1"/>
          </p:cNvSpPr>
          <p:nvPr>
            <p:ph type="body" idx="1"/>
          </p:nvPr>
        </p:nvSpPr>
        <p:spPr>
          <a:xfrm>
            <a:off x="557963" y="1273257"/>
            <a:ext cx="5158800" cy="82391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FDEFC3A-09D5-7317-6BC4-80D320CF070A}"/>
              </a:ext>
            </a:extLst>
          </p:cNvPr>
          <p:cNvSpPr>
            <a:spLocks noGrp="1"/>
          </p:cNvSpPr>
          <p:nvPr>
            <p:ph sz="half" idx="2"/>
          </p:nvPr>
        </p:nvSpPr>
        <p:spPr>
          <a:xfrm>
            <a:off x="556017" y="2128598"/>
            <a:ext cx="5158800" cy="4108690"/>
          </a:xfrm>
        </p:spPr>
        <p:txBody>
          <a:body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CFCB2B99-24E5-5D31-7324-B86CD0AA5BD2}"/>
              </a:ext>
            </a:extLst>
          </p:cNvPr>
          <p:cNvSpPr>
            <a:spLocks noGrp="1"/>
          </p:cNvSpPr>
          <p:nvPr>
            <p:ph type="body" sz="quarter" idx="3"/>
          </p:nvPr>
        </p:nvSpPr>
        <p:spPr>
          <a:xfrm>
            <a:off x="6193329" y="1271588"/>
            <a:ext cx="5158800" cy="823911"/>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B6A53D-9424-AA42-3AF2-FA8D4E6DCEAF}"/>
              </a:ext>
            </a:extLst>
          </p:cNvPr>
          <p:cNvSpPr>
            <a:spLocks noGrp="1"/>
          </p:cNvSpPr>
          <p:nvPr>
            <p:ph sz="quarter" idx="4"/>
          </p:nvPr>
        </p:nvSpPr>
        <p:spPr>
          <a:xfrm>
            <a:off x="6193329" y="2128599"/>
            <a:ext cx="5158800" cy="4108690"/>
          </a:xfrm>
        </p:spPr>
        <p:txBody>
          <a:bodyPr/>
          <a:lstStyle/>
          <a:p>
            <a:pPr lvl="0"/>
            <a:r>
              <a:rPr lang="en-US"/>
              <a:t>Click to edit Master text styles</a:t>
            </a:r>
          </a:p>
          <a:p>
            <a:pPr lvl="1"/>
            <a:r>
              <a:rPr lang="en-US"/>
              <a:t>Second level</a:t>
            </a:r>
          </a:p>
          <a:p>
            <a:pPr lvl="2"/>
            <a:r>
              <a:rPr lang="en-US"/>
              <a:t>Third level</a:t>
            </a:r>
          </a:p>
        </p:txBody>
      </p:sp>
      <p:sp>
        <p:nvSpPr>
          <p:cNvPr id="11" name="Date Placeholder 10">
            <a:extLst>
              <a:ext uri="{FF2B5EF4-FFF2-40B4-BE49-F238E27FC236}">
                <a16:creationId xmlns:a16="http://schemas.microsoft.com/office/drawing/2014/main" id="{85764F4E-BB58-1E76-1F57-CD1866C1DF6C}"/>
              </a:ext>
            </a:extLst>
          </p:cNvPr>
          <p:cNvSpPr>
            <a:spLocks noGrp="1"/>
          </p:cNvSpPr>
          <p:nvPr>
            <p:ph type="dt" sz="half" idx="10"/>
          </p:nvPr>
        </p:nvSpPr>
        <p:spPr/>
        <p:txBody>
          <a:bodyPr/>
          <a:lstStyle/>
          <a:p>
            <a:fld id="{323C7BE1-67B9-5941-A9CD-FE6AEB98B9F2}" type="datetime1">
              <a:rPr lang="sv-SE" smtClean="0"/>
              <a:t>2026-05-06</a:t>
            </a:fld>
            <a:endParaRPr lang="en-GB" dirty="0"/>
          </a:p>
        </p:txBody>
      </p:sp>
      <p:sp>
        <p:nvSpPr>
          <p:cNvPr id="12" name="Footer Placeholder 11">
            <a:extLst>
              <a:ext uri="{FF2B5EF4-FFF2-40B4-BE49-F238E27FC236}">
                <a16:creationId xmlns:a16="http://schemas.microsoft.com/office/drawing/2014/main" id="{DD0E0000-5995-F16D-D23D-A43604E224B4}"/>
              </a:ext>
            </a:extLst>
          </p:cNvPr>
          <p:cNvSpPr>
            <a:spLocks noGrp="1"/>
          </p:cNvSpPr>
          <p:nvPr>
            <p:ph type="ftr" sz="quarter" idx="11"/>
          </p:nvPr>
        </p:nvSpPr>
        <p:spPr/>
        <p:txBody>
          <a:bodyPr/>
          <a:lstStyle/>
          <a:p>
            <a:r>
              <a:rPr lang="en-GB"/>
              <a:t>YOUR DEPARTMENT NAME</a:t>
            </a:r>
            <a:endParaRPr lang="en-GB" dirty="0"/>
          </a:p>
        </p:txBody>
      </p:sp>
      <p:sp>
        <p:nvSpPr>
          <p:cNvPr id="13" name="Slide Number Placeholder 12">
            <a:extLst>
              <a:ext uri="{FF2B5EF4-FFF2-40B4-BE49-F238E27FC236}">
                <a16:creationId xmlns:a16="http://schemas.microsoft.com/office/drawing/2014/main" id="{0AF98757-C782-C4CD-6155-C3263796D6AF}"/>
              </a:ext>
            </a:extLst>
          </p:cNvPr>
          <p:cNvSpPr>
            <a:spLocks noGrp="1"/>
          </p:cNvSpPr>
          <p:nvPr>
            <p:ph type="sldNum" sz="quarter" idx="12"/>
          </p:nvPr>
        </p:nvSpPr>
        <p:spPr/>
        <p:txBody>
          <a:bodyPr/>
          <a:lstStyle/>
          <a:p>
            <a:fld id="{B3284CE9-EFAB-9F4B-868A-1F02DB69B64D}" type="slidenum">
              <a:rPr lang="en-GB" smtClean="0"/>
              <a:pPr/>
              <a:t>‹Nr.›</a:t>
            </a:fld>
            <a:endParaRPr lang="en-GB"/>
          </a:p>
        </p:txBody>
      </p:sp>
      <p:sp>
        <p:nvSpPr>
          <p:cNvPr id="8" name="Rectangle 7">
            <a:extLst>
              <a:ext uri="{FF2B5EF4-FFF2-40B4-BE49-F238E27FC236}">
                <a16:creationId xmlns:a16="http://schemas.microsoft.com/office/drawing/2014/main" id="{EF490125-35BD-D56C-EC46-77AED4FE6F0D}"/>
              </a:ext>
            </a:extLst>
          </p:cNvPr>
          <p:cNvSpPr/>
          <p:nvPr userDrawn="1"/>
        </p:nvSpPr>
        <p:spPr>
          <a:xfrm>
            <a:off x="326655" y="369182"/>
            <a:ext cx="46800" cy="669600"/>
          </a:xfrm>
          <a:prstGeom prst="rect">
            <a:avLst/>
          </a:prstGeom>
          <a:solidFill>
            <a:srgbClr val="FF824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solidFill>
                <a:schemeClr val="tx1"/>
              </a:solidFill>
            </a:endParaRPr>
          </a:p>
        </p:txBody>
      </p:sp>
    </p:spTree>
    <p:extLst>
      <p:ext uri="{BB962C8B-B14F-4D97-AF65-F5344CB8AC3E}">
        <p14:creationId xmlns:p14="http://schemas.microsoft.com/office/powerpoint/2010/main" val="2549026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4B207-5C5B-70B1-F426-BF729ED9979B}"/>
              </a:ext>
            </a:extLst>
          </p:cNvPr>
          <p:cNvSpPr>
            <a:spLocks noGrp="1"/>
          </p:cNvSpPr>
          <p:nvPr>
            <p:ph type="title"/>
          </p:nvPr>
        </p:nvSpPr>
        <p:spPr/>
        <p:txBody>
          <a:bodyPr/>
          <a:lstStyle/>
          <a:p>
            <a:r>
              <a:rPr lang="en-US"/>
              <a:t>Click to edit Master title style</a:t>
            </a:r>
            <a:endParaRPr lang="en-GB"/>
          </a:p>
        </p:txBody>
      </p:sp>
      <p:sp>
        <p:nvSpPr>
          <p:cNvPr id="7" name="Date Placeholder 6">
            <a:extLst>
              <a:ext uri="{FF2B5EF4-FFF2-40B4-BE49-F238E27FC236}">
                <a16:creationId xmlns:a16="http://schemas.microsoft.com/office/drawing/2014/main" id="{E311C86D-CCBE-7B4F-D500-53D92BB945DF}"/>
              </a:ext>
            </a:extLst>
          </p:cNvPr>
          <p:cNvSpPr>
            <a:spLocks noGrp="1"/>
          </p:cNvSpPr>
          <p:nvPr>
            <p:ph type="dt" sz="half" idx="10"/>
          </p:nvPr>
        </p:nvSpPr>
        <p:spPr/>
        <p:txBody>
          <a:bodyPr/>
          <a:lstStyle/>
          <a:p>
            <a:fld id="{323C7BE1-67B9-5941-A9CD-FE6AEB98B9F2}" type="datetime1">
              <a:rPr lang="sv-SE" smtClean="0"/>
              <a:t>2026-05-06</a:t>
            </a:fld>
            <a:endParaRPr lang="en-GB" dirty="0"/>
          </a:p>
        </p:txBody>
      </p:sp>
      <p:sp>
        <p:nvSpPr>
          <p:cNvPr id="8" name="Footer Placeholder 7">
            <a:extLst>
              <a:ext uri="{FF2B5EF4-FFF2-40B4-BE49-F238E27FC236}">
                <a16:creationId xmlns:a16="http://schemas.microsoft.com/office/drawing/2014/main" id="{9D3D4056-AA15-7878-CDA2-B83349EEE2A5}"/>
              </a:ext>
            </a:extLst>
          </p:cNvPr>
          <p:cNvSpPr>
            <a:spLocks noGrp="1"/>
          </p:cNvSpPr>
          <p:nvPr>
            <p:ph type="ftr" sz="quarter" idx="11"/>
          </p:nvPr>
        </p:nvSpPr>
        <p:spPr/>
        <p:txBody>
          <a:bodyPr/>
          <a:lstStyle/>
          <a:p>
            <a:r>
              <a:rPr lang="en-GB"/>
              <a:t>YOUR DEPARTMENT NAME</a:t>
            </a:r>
            <a:endParaRPr lang="en-GB" dirty="0"/>
          </a:p>
        </p:txBody>
      </p:sp>
      <p:sp>
        <p:nvSpPr>
          <p:cNvPr id="9" name="Slide Number Placeholder 8">
            <a:extLst>
              <a:ext uri="{FF2B5EF4-FFF2-40B4-BE49-F238E27FC236}">
                <a16:creationId xmlns:a16="http://schemas.microsoft.com/office/drawing/2014/main" id="{0BA3BA4F-988F-2CF0-8507-006EF782725D}"/>
              </a:ext>
            </a:extLst>
          </p:cNvPr>
          <p:cNvSpPr>
            <a:spLocks noGrp="1"/>
          </p:cNvSpPr>
          <p:nvPr>
            <p:ph type="sldNum" sz="quarter" idx="12"/>
          </p:nvPr>
        </p:nvSpPr>
        <p:spPr/>
        <p:txBody>
          <a:bodyPr/>
          <a:lstStyle/>
          <a:p>
            <a:fld id="{B3284CE9-EFAB-9F4B-868A-1F02DB69B64D}" type="slidenum">
              <a:rPr lang="en-GB" smtClean="0"/>
              <a:pPr/>
              <a:t>‹Nr.›</a:t>
            </a:fld>
            <a:endParaRPr lang="en-GB"/>
          </a:p>
        </p:txBody>
      </p:sp>
      <p:sp>
        <p:nvSpPr>
          <p:cNvPr id="3" name="Rectangle 2">
            <a:extLst>
              <a:ext uri="{FF2B5EF4-FFF2-40B4-BE49-F238E27FC236}">
                <a16:creationId xmlns:a16="http://schemas.microsoft.com/office/drawing/2014/main" id="{C3EA7E53-0637-3E43-AE9E-B2575CDF5043}"/>
              </a:ext>
            </a:extLst>
          </p:cNvPr>
          <p:cNvSpPr/>
          <p:nvPr userDrawn="1"/>
        </p:nvSpPr>
        <p:spPr>
          <a:xfrm>
            <a:off x="326655" y="369182"/>
            <a:ext cx="46800" cy="669600"/>
          </a:xfrm>
          <a:prstGeom prst="rect">
            <a:avLst/>
          </a:prstGeom>
          <a:solidFill>
            <a:srgbClr val="FF824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solidFill>
                <a:schemeClr val="tx1"/>
              </a:solidFill>
            </a:endParaRPr>
          </a:p>
        </p:txBody>
      </p:sp>
    </p:spTree>
    <p:extLst>
      <p:ext uri="{BB962C8B-B14F-4D97-AF65-F5344CB8AC3E}">
        <p14:creationId xmlns:p14="http://schemas.microsoft.com/office/powerpoint/2010/main" val="1763043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3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4B207-5C5B-70B1-F426-BF729ED9979B}"/>
              </a:ext>
            </a:extLst>
          </p:cNvPr>
          <p:cNvSpPr>
            <a:spLocks noGrp="1"/>
          </p:cNvSpPr>
          <p:nvPr>
            <p:ph type="title"/>
          </p:nvPr>
        </p:nvSpPr>
        <p:spPr/>
        <p:txBody>
          <a:bodyPr/>
          <a:lstStyle/>
          <a:p>
            <a:r>
              <a:rPr lang="en-US"/>
              <a:t>Click to edit Master title style</a:t>
            </a:r>
            <a:endParaRPr lang="en-GB"/>
          </a:p>
        </p:txBody>
      </p:sp>
      <p:sp>
        <p:nvSpPr>
          <p:cNvPr id="7" name="Diamond 6">
            <a:extLst>
              <a:ext uri="{FF2B5EF4-FFF2-40B4-BE49-F238E27FC236}">
                <a16:creationId xmlns:a16="http://schemas.microsoft.com/office/drawing/2014/main" id="{409703DE-0B40-92D6-7E75-446C4277411D}"/>
              </a:ext>
            </a:extLst>
          </p:cNvPr>
          <p:cNvSpPr>
            <a:spLocks noChangeAspect="1"/>
          </p:cNvSpPr>
          <p:nvPr/>
        </p:nvSpPr>
        <p:spPr>
          <a:xfrm>
            <a:off x="1843838" y="1534917"/>
            <a:ext cx="1332000" cy="1332000"/>
          </a:xfrm>
          <a:prstGeom prst="diamond">
            <a:avLst/>
          </a:prstGeom>
          <a:solidFill>
            <a:srgbClr val="88A5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Diamond 8">
            <a:extLst>
              <a:ext uri="{FF2B5EF4-FFF2-40B4-BE49-F238E27FC236}">
                <a16:creationId xmlns:a16="http://schemas.microsoft.com/office/drawing/2014/main" id="{C97DB4E4-B12A-ABC4-EE77-9A8184A4CF83}"/>
              </a:ext>
            </a:extLst>
          </p:cNvPr>
          <p:cNvSpPr>
            <a:spLocks noChangeAspect="1"/>
          </p:cNvSpPr>
          <p:nvPr/>
        </p:nvSpPr>
        <p:spPr>
          <a:xfrm>
            <a:off x="5435627" y="1526156"/>
            <a:ext cx="1335034" cy="1332000"/>
          </a:xfrm>
          <a:prstGeom prst="diamond">
            <a:avLst/>
          </a:prstGeom>
          <a:solidFill>
            <a:srgbClr val="88A5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iamond 7">
            <a:extLst>
              <a:ext uri="{FF2B5EF4-FFF2-40B4-BE49-F238E27FC236}">
                <a16:creationId xmlns:a16="http://schemas.microsoft.com/office/drawing/2014/main" id="{8F510103-25EF-6882-5EFC-4E60C975058D}"/>
              </a:ext>
            </a:extLst>
          </p:cNvPr>
          <p:cNvSpPr/>
          <p:nvPr/>
        </p:nvSpPr>
        <p:spPr>
          <a:xfrm>
            <a:off x="9030450" y="1527990"/>
            <a:ext cx="1332000" cy="1332000"/>
          </a:xfrm>
          <a:prstGeom prst="diamond">
            <a:avLst/>
          </a:prstGeom>
          <a:solidFill>
            <a:srgbClr val="88A5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 Placeholder 22">
            <a:extLst>
              <a:ext uri="{FF2B5EF4-FFF2-40B4-BE49-F238E27FC236}">
                <a16:creationId xmlns:a16="http://schemas.microsoft.com/office/drawing/2014/main" id="{9167CBE1-D4A5-39E5-479C-7EFD23F6DBC4}"/>
              </a:ext>
            </a:extLst>
          </p:cNvPr>
          <p:cNvSpPr>
            <a:spLocks noGrp="1"/>
          </p:cNvSpPr>
          <p:nvPr>
            <p:ph type="body" sz="quarter" idx="13" hasCustomPrompt="1"/>
          </p:nvPr>
        </p:nvSpPr>
        <p:spPr>
          <a:xfrm>
            <a:off x="1252538" y="3202960"/>
            <a:ext cx="2514600" cy="3017563"/>
          </a:xfrm>
        </p:spPr>
        <p:txBody>
          <a:bodyPr>
            <a:normAutofit/>
          </a:bodyPr>
          <a:lstStyle>
            <a:lvl1pPr marL="0" indent="0" algn="ctr">
              <a:buNone/>
              <a:defRPr sz="2000">
                <a:solidFill>
                  <a:schemeClr val="tx1"/>
                </a:solidFill>
              </a:defRPr>
            </a:lvl1pPr>
          </a:lstStyle>
          <a:p>
            <a:pPr lvl="0"/>
            <a:r>
              <a:rPr lang="en-US" dirty="0"/>
              <a:t>Click to add text</a:t>
            </a:r>
          </a:p>
        </p:txBody>
      </p:sp>
      <p:sp>
        <p:nvSpPr>
          <p:cNvPr id="11" name="Text Placeholder 22">
            <a:extLst>
              <a:ext uri="{FF2B5EF4-FFF2-40B4-BE49-F238E27FC236}">
                <a16:creationId xmlns:a16="http://schemas.microsoft.com/office/drawing/2014/main" id="{E1EB0914-1DDA-AE1D-BDA5-402E8A024897}"/>
              </a:ext>
            </a:extLst>
          </p:cNvPr>
          <p:cNvSpPr>
            <a:spLocks noGrp="1"/>
          </p:cNvSpPr>
          <p:nvPr>
            <p:ph type="body" sz="quarter" idx="14" hasCustomPrompt="1"/>
          </p:nvPr>
        </p:nvSpPr>
        <p:spPr>
          <a:xfrm>
            <a:off x="4838700" y="3219725"/>
            <a:ext cx="2514600" cy="3000798"/>
          </a:xfrm>
        </p:spPr>
        <p:txBody>
          <a:bodyPr>
            <a:normAutofit/>
          </a:bodyPr>
          <a:lstStyle>
            <a:lvl1pPr marL="0" indent="0" algn="ctr">
              <a:buNone/>
              <a:defRPr sz="2000">
                <a:solidFill>
                  <a:schemeClr val="tx1"/>
                </a:solidFill>
              </a:defRPr>
            </a:lvl1pPr>
          </a:lstStyle>
          <a:p>
            <a:pPr lvl="0"/>
            <a:r>
              <a:rPr lang="en-US" dirty="0"/>
              <a:t>Click to add text</a:t>
            </a:r>
          </a:p>
        </p:txBody>
      </p:sp>
      <p:sp>
        <p:nvSpPr>
          <p:cNvPr id="12" name="Text Placeholder 22">
            <a:extLst>
              <a:ext uri="{FF2B5EF4-FFF2-40B4-BE49-F238E27FC236}">
                <a16:creationId xmlns:a16="http://schemas.microsoft.com/office/drawing/2014/main" id="{2B851FFB-165C-3B98-2A2D-89EEFC68831E}"/>
              </a:ext>
            </a:extLst>
          </p:cNvPr>
          <p:cNvSpPr>
            <a:spLocks noGrp="1"/>
          </p:cNvSpPr>
          <p:nvPr>
            <p:ph type="body" sz="quarter" idx="15" hasCustomPrompt="1"/>
          </p:nvPr>
        </p:nvSpPr>
        <p:spPr>
          <a:xfrm>
            <a:off x="8439150" y="3219724"/>
            <a:ext cx="2514600" cy="3000799"/>
          </a:xfrm>
        </p:spPr>
        <p:txBody>
          <a:bodyPr>
            <a:normAutofit/>
          </a:bodyPr>
          <a:lstStyle>
            <a:lvl1pPr marL="0" indent="0" algn="ctr">
              <a:buNone/>
              <a:defRPr sz="2000">
                <a:solidFill>
                  <a:schemeClr val="tx1"/>
                </a:solidFill>
              </a:defRPr>
            </a:lvl1pPr>
          </a:lstStyle>
          <a:p>
            <a:pPr lvl="0"/>
            <a:r>
              <a:rPr lang="en-US" dirty="0"/>
              <a:t>Click to add text</a:t>
            </a:r>
          </a:p>
        </p:txBody>
      </p:sp>
      <p:sp>
        <p:nvSpPr>
          <p:cNvPr id="13" name="Text Placeholder 17">
            <a:extLst>
              <a:ext uri="{FF2B5EF4-FFF2-40B4-BE49-F238E27FC236}">
                <a16:creationId xmlns:a16="http://schemas.microsoft.com/office/drawing/2014/main" id="{820B66CE-B3E3-361A-D0D7-46E022FA148D}"/>
              </a:ext>
            </a:extLst>
          </p:cNvPr>
          <p:cNvSpPr>
            <a:spLocks noGrp="1"/>
          </p:cNvSpPr>
          <p:nvPr>
            <p:ph type="body" sz="quarter" idx="17" hasCustomPrompt="1"/>
          </p:nvPr>
        </p:nvSpPr>
        <p:spPr>
          <a:xfrm>
            <a:off x="2187664" y="1849924"/>
            <a:ext cx="717046" cy="700087"/>
          </a:xfrm>
        </p:spPr>
        <p:txBody>
          <a:bodyPr anchor="ctr">
            <a:normAutofit/>
          </a:bodyPr>
          <a:lstStyle>
            <a:lvl1pPr marL="9525" indent="0" algn="ctr">
              <a:buNone/>
              <a:defRPr sz="4000" b="1">
                <a:solidFill>
                  <a:srgbClr val="032040"/>
                </a:solidFill>
              </a:defRPr>
            </a:lvl1pPr>
          </a:lstStyle>
          <a:p>
            <a:pPr lvl="0"/>
            <a:r>
              <a:rPr lang="en-GB" dirty="0"/>
              <a:t>##</a:t>
            </a:r>
          </a:p>
        </p:txBody>
      </p:sp>
      <p:sp>
        <p:nvSpPr>
          <p:cNvPr id="14" name="Text Placeholder 17">
            <a:extLst>
              <a:ext uri="{FF2B5EF4-FFF2-40B4-BE49-F238E27FC236}">
                <a16:creationId xmlns:a16="http://schemas.microsoft.com/office/drawing/2014/main" id="{064A1FD1-C27F-7258-AB74-C0ABF5487D77}"/>
              </a:ext>
            </a:extLst>
          </p:cNvPr>
          <p:cNvSpPr>
            <a:spLocks noGrp="1"/>
          </p:cNvSpPr>
          <p:nvPr>
            <p:ph type="body" sz="quarter" idx="20" hasCustomPrompt="1"/>
          </p:nvPr>
        </p:nvSpPr>
        <p:spPr>
          <a:xfrm>
            <a:off x="5767199" y="1858306"/>
            <a:ext cx="717046" cy="700087"/>
          </a:xfrm>
        </p:spPr>
        <p:txBody>
          <a:bodyPr anchor="ctr">
            <a:normAutofit/>
          </a:bodyPr>
          <a:lstStyle>
            <a:lvl1pPr marL="9525" indent="0" algn="ctr">
              <a:buNone/>
              <a:defRPr sz="4000" b="1">
                <a:solidFill>
                  <a:srgbClr val="032040"/>
                </a:solidFill>
              </a:defRPr>
            </a:lvl1pPr>
          </a:lstStyle>
          <a:p>
            <a:pPr lvl="0"/>
            <a:r>
              <a:rPr lang="en-GB" dirty="0"/>
              <a:t>##</a:t>
            </a:r>
          </a:p>
        </p:txBody>
      </p:sp>
      <p:sp>
        <p:nvSpPr>
          <p:cNvPr id="15" name="Text Placeholder 17">
            <a:extLst>
              <a:ext uri="{FF2B5EF4-FFF2-40B4-BE49-F238E27FC236}">
                <a16:creationId xmlns:a16="http://schemas.microsoft.com/office/drawing/2014/main" id="{C7EA22F4-FA2B-9319-674E-3EC84C0E5A03}"/>
              </a:ext>
            </a:extLst>
          </p:cNvPr>
          <p:cNvSpPr>
            <a:spLocks noGrp="1"/>
          </p:cNvSpPr>
          <p:nvPr>
            <p:ph type="body" sz="quarter" idx="21" hasCustomPrompt="1"/>
          </p:nvPr>
        </p:nvSpPr>
        <p:spPr>
          <a:xfrm>
            <a:off x="9360505" y="1842112"/>
            <a:ext cx="717046" cy="700087"/>
          </a:xfrm>
        </p:spPr>
        <p:txBody>
          <a:bodyPr anchor="ctr">
            <a:normAutofit/>
          </a:bodyPr>
          <a:lstStyle>
            <a:lvl1pPr marL="9525" indent="0" algn="ctr">
              <a:buNone/>
              <a:defRPr sz="4000" b="1">
                <a:solidFill>
                  <a:srgbClr val="032040"/>
                </a:solidFill>
              </a:defRPr>
            </a:lvl1pPr>
          </a:lstStyle>
          <a:p>
            <a:pPr lvl="0"/>
            <a:r>
              <a:rPr lang="en-GB" dirty="0"/>
              <a:t>##</a:t>
            </a:r>
          </a:p>
        </p:txBody>
      </p:sp>
      <p:sp>
        <p:nvSpPr>
          <p:cNvPr id="3" name="Rectangle 2">
            <a:extLst>
              <a:ext uri="{FF2B5EF4-FFF2-40B4-BE49-F238E27FC236}">
                <a16:creationId xmlns:a16="http://schemas.microsoft.com/office/drawing/2014/main" id="{C7E0C9C9-479A-1435-4FE8-E70E6D8D9DE8}"/>
              </a:ext>
            </a:extLst>
          </p:cNvPr>
          <p:cNvSpPr/>
          <p:nvPr userDrawn="1"/>
        </p:nvSpPr>
        <p:spPr>
          <a:xfrm>
            <a:off x="-1792270" y="0"/>
            <a:ext cx="1658228" cy="6731000"/>
          </a:xfrm>
          <a:prstGeom prst="rect">
            <a:avLst/>
          </a:prstGeom>
          <a:solidFill>
            <a:srgbClr val="FFFCDB"/>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rtlCol="0" anchor="t"/>
          <a:lstStyle/>
          <a:p>
            <a:pPr algn="l"/>
            <a:r>
              <a:rPr lang="en-GB" sz="1200" b="1" dirty="0">
                <a:solidFill>
                  <a:srgbClr val="1A1918"/>
                </a:solidFill>
              </a:rPr>
              <a:t>LAYOUT GUIDE</a:t>
            </a:r>
          </a:p>
          <a:p>
            <a:pPr algn="l"/>
            <a:endParaRPr lang="en-GB" sz="1200" dirty="0">
              <a:solidFill>
                <a:srgbClr val="1A1918"/>
              </a:solidFill>
            </a:endParaRPr>
          </a:p>
          <a:p>
            <a:pPr algn="l"/>
            <a:r>
              <a:rPr lang="en-GB" sz="1200" dirty="0">
                <a:solidFill>
                  <a:srgbClr val="1A1918"/>
                </a:solidFill>
              </a:rPr>
              <a:t>This slide can be used to replace bullet points.  </a:t>
            </a:r>
          </a:p>
          <a:p>
            <a:pPr algn="l"/>
            <a:endParaRPr lang="en-GB" sz="1200" dirty="0">
              <a:solidFill>
                <a:srgbClr val="1A1918"/>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rgbClr val="1A1918"/>
                </a:solidFill>
              </a:rPr>
              <a:t>You may wish to add numbers or icons to help describe your content. The colour should be </a:t>
            </a:r>
            <a:r>
              <a:rPr lang="en-GB" sz="1200" b="1" dirty="0">
                <a:solidFill>
                  <a:srgbClr val="1A1918"/>
                </a:solidFill>
              </a:rPr>
              <a:t>HEX#032040</a:t>
            </a:r>
            <a:r>
              <a:rPr lang="en-GB" sz="1200" dirty="0">
                <a:solidFill>
                  <a:srgbClr val="1A1918"/>
                </a:solidFill>
              </a:rPr>
              <a:t>.</a:t>
            </a:r>
          </a:p>
          <a:p>
            <a:pPr algn="l"/>
            <a:endParaRPr lang="en-GB" sz="1200" dirty="0">
              <a:solidFill>
                <a:srgbClr val="1A1918"/>
              </a:solidFill>
            </a:endParaRPr>
          </a:p>
          <a:p>
            <a:pPr algn="l"/>
            <a:r>
              <a:rPr lang="en-GB" sz="1200" dirty="0">
                <a:solidFill>
                  <a:srgbClr val="1A1918"/>
                </a:solidFill>
              </a:rPr>
              <a:t>Simply click on the ## placeholder to add a number. They are already formatted to be 40 point font and bold.</a:t>
            </a:r>
          </a:p>
          <a:p>
            <a:pPr algn="l"/>
            <a:endParaRPr lang="en-GB" sz="1200" dirty="0">
              <a:solidFill>
                <a:srgbClr val="1A1918"/>
              </a:solidFill>
            </a:endParaRPr>
          </a:p>
          <a:p>
            <a:pPr algn="l"/>
            <a:r>
              <a:rPr lang="en-GB" sz="1200" dirty="0">
                <a:solidFill>
                  <a:srgbClr val="1A1918"/>
                </a:solidFill>
              </a:rPr>
              <a:t>To add an icon, delete the ## placeholder and go to </a:t>
            </a:r>
            <a:r>
              <a:rPr lang="en-GB" sz="1200" b="1" dirty="0">
                <a:solidFill>
                  <a:srgbClr val="1A1918"/>
                </a:solidFill>
              </a:rPr>
              <a:t>Insert </a:t>
            </a:r>
            <a:r>
              <a:rPr lang="en-GB" sz="1200" dirty="0">
                <a:solidFill>
                  <a:srgbClr val="1A1918"/>
                </a:solidFill>
              </a:rPr>
              <a:t>&gt; </a:t>
            </a:r>
            <a:r>
              <a:rPr lang="en-GB" sz="1200" b="1" dirty="0">
                <a:solidFill>
                  <a:srgbClr val="1A1918"/>
                </a:solidFill>
              </a:rPr>
              <a:t>Icons</a:t>
            </a:r>
          </a:p>
          <a:p>
            <a:pPr algn="l"/>
            <a:endParaRPr lang="en-GB" sz="1200" dirty="0">
              <a:solidFill>
                <a:srgbClr val="1A1918"/>
              </a:solidFill>
            </a:endParaRPr>
          </a:p>
          <a:p>
            <a:pPr algn="l"/>
            <a:r>
              <a:rPr lang="en-GB" sz="1200" dirty="0">
                <a:solidFill>
                  <a:srgbClr val="1A1918"/>
                </a:solidFill>
              </a:rPr>
              <a:t>The size for icons should be 2x2 cm.</a:t>
            </a:r>
          </a:p>
          <a:p>
            <a:pPr algn="l"/>
            <a:r>
              <a:rPr lang="en-GB" sz="1200" dirty="0">
                <a:solidFill>
                  <a:srgbClr val="1A1918"/>
                </a:solidFill>
              </a:rPr>
              <a:t>Resizing is done in the Graphics Format tab. </a:t>
            </a:r>
            <a:endParaRPr lang="en-GB" sz="1200" dirty="0">
              <a:solidFill>
                <a:schemeClr val="tx1"/>
              </a:solidFill>
            </a:endParaRPr>
          </a:p>
          <a:p>
            <a:pPr algn="l"/>
            <a:r>
              <a:rPr lang="en-GB" sz="1200" dirty="0">
                <a:solidFill>
                  <a:schemeClr val="accent5">
                    <a:lumMod val="40000"/>
                    <a:lumOff val="60000"/>
                  </a:schemeClr>
                </a:solidFill>
              </a:rPr>
              <a:t>--------------</a:t>
            </a:r>
          </a:p>
          <a:p>
            <a:pPr algn="l"/>
            <a:r>
              <a:rPr lang="en-GB" sz="1050" i="1" dirty="0">
                <a:solidFill>
                  <a:srgbClr val="767776"/>
                </a:solidFill>
              </a:rPr>
              <a:t>This info box will not appear when you present your slide.</a:t>
            </a:r>
          </a:p>
        </p:txBody>
      </p:sp>
      <p:sp>
        <p:nvSpPr>
          <p:cNvPr id="17" name="Date Placeholder 16">
            <a:extLst>
              <a:ext uri="{FF2B5EF4-FFF2-40B4-BE49-F238E27FC236}">
                <a16:creationId xmlns:a16="http://schemas.microsoft.com/office/drawing/2014/main" id="{CFC122BC-A3DA-14DB-8070-BBE2C86324EF}"/>
              </a:ext>
            </a:extLst>
          </p:cNvPr>
          <p:cNvSpPr>
            <a:spLocks noGrp="1"/>
          </p:cNvSpPr>
          <p:nvPr>
            <p:ph type="dt" sz="half" idx="22"/>
          </p:nvPr>
        </p:nvSpPr>
        <p:spPr/>
        <p:txBody>
          <a:bodyPr/>
          <a:lstStyle/>
          <a:p>
            <a:fld id="{323C7BE1-67B9-5941-A9CD-FE6AEB98B9F2}" type="datetime1">
              <a:rPr lang="sv-SE" smtClean="0"/>
              <a:t>2026-05-06</a:t>
            </a:fld>
            <a:endParaRPr lang="en-GB" dirty="0"/>
          </a:p>
        </p:txBody>
      </p:sp>
      <p:sp>
        <p:nvSpPr>
          <p:cNvPr id="18" name="Footer Placeholder 17">
            <a:extLst>
              <a:ext uri="{FF2B5EF4-FFF2-40B4-BE49-F238E27FC236}">
                <a16:creationId xmlns:a16="http://schemas.microsoft.com/office/drawing/2014/main" id="{2C00E756-912D-0A6D-9046-EF8860F275B9}"/>
              </a:ext>
            </a:extLst>
          </p:cNvPr>
          <p:cNvSpPr>
            <a:spLocks noGrp="1"/>
          </p:cNvSpPr>
          <p:nvPr>
            <p:ph type="ftr" sz="quarter" idx="23"/>
          </p:nvPr>
        </p:nvSpPr>
        <p:spPr/>
        <p:txBody>
          <a:bodyPr/>
          <a:lstStyle/>
          <a:p>
            <a:r>
              <a:rPr lang="en-GB"/>
              <a:t>YOUR DEPARTMENT NAME</a:t>
            </a:r>
            <a:endParaRPr lang="en-GB" dirty="0"/>
          </a:p>
        </p:txBody>
      </p:sp>
      <p:sp>
        <p:nvSpPr>
          <p:cNvPr id="19" name="Slide Number Placeholder 18">
            <a:extLst>
              <a:ext uri="{FF2B5EF4-FFF2-40B4-BE49-F238E27FC236}">
                <a16:creationId xmlns:a16="http://schemas.microsoft.com/office/drawing/2014/main" id="{E7E3BBED-5AE6-B28C-4944-EE863FC2CB30}"/>
              </a:ext>
            </a:extLst>
          </p:cNvPr>
          <p:cNvSpPr>
            <a:spLocks noGrp="1"/>
          </p:cNvSpPr>
          <p:nvPr>
            <p:ph type="sldNum" sz="quarter" idx="24"/>
          </p:nvPr>
        </p:nvSpPr>
        <p:spPr/>
        <p:txBody>
          <a:bodyPr/>
          <a:lstStyle/>
          <a:p>
            <a:fld id="{B3284CE9-EFAB-9F4B-868A-1F02DB69B64D}" type="slidenum">
              <a:rPr lang="en-GB" smtClean="0"/>
              <a:pPr/>
              <a:t>‹Nr.›</a:t>
            </a:fld>
            <a:endParaRPr lang="en-GB"/>
          </a:p>
        </p:txBody>
      </p:sp>
      <p:sp>
        <p:nvSpPr>
          <p:cNvPr id="4" name="Rectangle 3">
            <a:extLst>
              <a:ext uri="{FF2B5EF4-FFF2-40B4-BE49-F238E27FC236}">
                <a16:creationId xmlns:a16="http://schemas.microsoft.com/office/drawing/2014/main" id="{B5E75ADD-C399-2542-6372-9962D6E6019A}"/>
              </a:ext>
            </a:extLst>
          </p:cNvPr>
          <p:cNvSpPr/>
          <p:nvPr userDrawn="1"/>
        </p:nvSpPr>
        <p:spPr>
          <a:xfrm>
            <a:off x="326655" y="369182"/>
            <a:ext cx="46800" cy="669600"/>
          </a:xfrm>
          <a:prstGeom prst="rect">
            <a:avLst/>
          </a:prstGeom>
          <a:solidFill>
            <a:srgbClr val="FF824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solidFill>
                <a:schemeClr val="tx1"/>
              </a:solidFill>
            </a:endParaRPr>
          </a:p>
        </p:txBody>
      </p:sp>
    </p:spTree>
    <p:extLst>
      <p:ext uri="{BB962C8B-B14F-4D97-AF65-F5344CB8AC3E}">
        <p14:creationId xmlns:p14="http://schemas.microsoft.com/office/powerpoint/2010/main" val="768588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4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4B207-5C5B-70B1-F426-BF729ED9979B}"/>
              </a:ext>
            </a:extLst>
          </p:cNvPr>
          <p:cNvSpPr>
            <a:spLocks noGrp="1"/>
          </p:cNvSpPr>
          <p:nvPr>
            <p:ph type="title"/>
          </p:nvPr>
        </p:nvSpPr>
        <p:spPr/>
        <p:txBody>
          <a:bodyPr/>
          <a:lstStyle/>
          <a:p>
            <a:r>
              <a:rPr lang="en-US"/>
              <a:t>Click to edit Master title style</a:t>
            </a:r>
            <a:endParaRPr lang="en-GB"/>
          </a:p>
        </p:txBody>
      </p:sp>
      <p:sp>
        <p:nvSpPr>
          <p:cNvPr id="17" name="Diamond 16">
            <a:extLst>
              <a:ext uri="{FF2B5EF4-FFF2-40B4-BE49-F238E27FC236}">
                <a16:creationId xmlns:a16="http://schemas.microsoft.com/office/drawing/2014/main" id="{A3913290-0FEC-A506-ABBD-90A42D4D55B9}"/>
              </a:ext>
            </a:extLst>
          </p:cNvPr>
          <p:cNvSpPr>
            <a:spLocks noChangeAspect="1"/>
          </p:cNvSpPr>
          <p:nvPr/>
        </p:nvSpPr>
        <p:spPr>
          <a:xfrm>
            <a:off x="998445" y="1534917"/>
            <a:ext cx="1332000" cy="1332000"/>
          </a:xfrm>
          <a:prstGeom prst="diamond">
            <a:avLst/>
          </a:prstGeom>
          <a:solidFill>
            <a:srgbClr val="88A5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Diamond 17">
            <a:extLst>
              <a:ext uri="{FF2B5EF4-FFF2-40B4-BE49-F238E27FC236}">
                <a16:creationId xmlns:a16="http://schemas.microsoft.com/office/drawing/2014/main" id="{51219CFD-2E90-7C0C-A4C0-A31470F7D152}"/>
              </a:ext>
            </a:extLst>
          </p:cNvPr>
          <p:cNvSpPr>
            <a:spLocks noChangeAspect="1"/>
          </p:cNvSpPr>
          <p:nvPr/>
        </p:nvSpPr>
        <p:spPr>
          <a:xfrm>
            <a:off x="3966019" y="1512762"/>
            <a:ext cx="1335034" cy="1332000"/>
          </a:xfrm>
          <a:prstGeom prst="diamond">
            <a:avLst/>
          </a:prstGeom>
          <a:solidFill>
            <a:srgbClr val="88A5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Text Placeholder 22">
            <a:extLst>
              <a:ext uri="{FF2B5EF4-FFF2-40B4-BE49-F238E27FC236}">
                <a16:creationId xmlns:a16="http://schemas.microsoft.com/office/drawing/2014/main" id="{F3263630-1B00-66C2-DDC1-F500B5BD4C41}"/>
              </a:ext>
            </a:extLst>
          </p:cNvPr>
          <p:cNvSpPr>
            <a:spLocks noGrp="1"/>
          </p:cNvSpPr>
          <p:nvPr>
            <p:ph type="body" sz="quarter" idx="13" hasCustomPrompt="1"/>
          </p:nvPr>
        </p:nvSpPr>
        <p:spPr>
          <a:xfrm>
            <a:off x="407145" y="3202961"/>
            <a:ext cx="2514600" cy="3016960"/>
          </a:xfrm>
        </p:spPr>
        <p:txBody>
          <a:bodyPr>
            <a:normAutofit/>
          </a:bodyPr>
          <a:lstStyle>
            <a:lvl1pPr marL="0" indent="0" algn="ctr">
              <a:buNone/>
              <a:defRPr sz="2000">
                <a:solidFill>
                  <a:schemeClr val="tx1"/>
                </a:solidFill>
              </a:defRPr>
            </a:lvl1pPr>
          </a:lstStyle>
          <a:p>
            <a:pPr lvl="0"/>
            <a:r>
              <a:rPr lang="en-GB" dirty="0"/>
              <a:t>Click to add text</a:t>
            </a:r>
          </a:p>
        </p:txBody>
      </p:sp>
      <p:sp>
        <p:nvSpPr>
          <p:cNvPr id="20" name="Text Placeholder 22">
            <a:extLst>
              <a:ext uri="{FF2B5EF4-FFF2-40B4-BE49-F238E27FC236}">
                <a16:creationId xmlns:a16="http://schemas.microsoft.com/office/drawing/2014/main" id="{B4B50D79-FE46-42BC-A2C7-9DCDF845985D}"/>
              </a:ext>
            </a:extLst>
          </p:cNvPr>
          <p:cNvSpPr>
            <a:spLocks noGrp="1"/>
          </p:cNvSpPr>
          <p:nvPr>
            <p:ph type="body" sz="quarter" idx="14" hasCustomPrompt="1"/>
          </p:nvPr>
        </p:nvSpPr>
        <p:spPr>
          <a:xfrm>
            <a:off x="3362382" y="3220328"/>
            <a:ext cx="2514600" cy="2999594"/>
          </a:xfrm>
        </p:spPr>
        <p:txBody>
          <a:bodyPr>
            <a:normAutofit/>
          </a:bodyPr>
          <a:lstStyle>
            <a:lvl1pPr marL="0" indent="0" algn="ctr">
              <a:buNone/>
              <a:defRPr sz="2000">
                <a:solidFill>
                  <a:schemeClr val="tx1"/>
                </a:solidFill>
              </a:defRPr>
            </a:lvl1pPr>
          </a:lstStyle>
          <a:p>
            <a:pPr lvl="0"/>
            <a:r>
              <a:rPr lang="en-GB" dirty="0"/>
              <a:t>Click to add text</a:t>
            </a:r>
          </a:p>
        </p:txBody>
      </p:sp>
      <p:sp>
        <p:nvSpPr>
          <p:cNvPr id="21" name="Diamond 20">
            <a:extLst>
              <a:ext uri="{FF2B5EF4-FFF2-40B4-BE49-F238E27FC236}">
                <a16:creationId xmlns:a16="http://schemas.microsoft.com/office/drawing/2014/main" id="{04260901-55E9-FCD8-C785-3FBAEAB2BA41}"/>
              </a:ext>
            </a:extLst>
          </p:cNvPr>
          <p:cNvSpPr>
            <a:spLocks noChangeAspect="1"/>
          </p:cNvSpPr>
          <p:nvPr/>
        </p:nvSpPr>
        <p:spPr>
          <a:xfrm>
            <a:off x="6936627" y="1526759"/>
            <a:ext cx="1335034" cy="1332000"/>
          </a:xfrm>
          <a:prstGeom prst="diamond">
            <a:avLst/>
          </a:prstGeom>
          <a:solidFill>
            <a:srgbClr val="88A5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 Placeholder 22">
            <a:extLst>
              <a:ext uri="{FF2B5EF4-FFF2-40B4-BE49-F238E27FC236}">
                <a16:creationId xmlns:a16="http://schemas.microsoft.com/office/drawing/2014/main" id="{E92C7542-C073-4601-EB89-4F059667CFFD}"/>
              </a:ext>
            </a:extLst>
          </p:cNvPr>
          <p:cNvSpPr>
            <a:spLocks noGrp="1"/>
          </p:cNvSpPr>
          <p:nvPr>
            <p:ph type="body" sz="quarter" idx="19" hasCustomPrompt="1"/>
          </p:nvPr>
        </p:nvSpPr>
        <p:spPr>
          <a:xfrm>
            <a:off x="6317619" y="3220327"/>
            <a:ext cx="2514600" cy="2999593"/>
          </a:xfrm>
        </p:spPr>
        <p:txBody>
          <a:bodyPr>
            <a:normAutofit/>
          </a:bodyPr>
          <a:lstStyle>
            <a:lvl1pPr marL="0" indent="0" algn="ctr">
              <a:buNone/>
              <a:defRPr sz="2000">
                <a:solidFill>
                  <a:schemeClr val="tx1"/>
                </a:solidFill>
              </a:defRPr>
            </a:lvl1pPr>
          </a:lstStyle>
          <a:p>
            <a:pPr lvl="0"/>
            <a:r>
              <a:rPr lang="en-GB" dirty="0"/>
              <a:t>Click to add text</a:t>
            </a:r>
          </a:p>
        </p:txBody>
      </p:sp>
      <p:sp>
        <p:nvSpPr>
          <p:cNvPr id="23" name="Diamond 22">
            <a:extLst>
              <a:ext uri="{FF2B5EF4-FFF2-40B4-BE49-F238E27FC236}">
                <a16:creationId xmlns:a16="http://schemas.microsoft.com/office/drawing/2014/main" id="{EACFC3AC-4F48-A183-29BC-EC5EE4CC9C0D}"/>
              </a:ext>
            </a:extLst>
          </p:cNvPr>
          <p:cNvSpPr>
            <a:spLocks noChangeAspect="1"/>
          </p:cNvSpPr>
          <p:nvPr/>
        </p:nvSpPr>
        <p:spPr>
          <a:xfrm>
            <a:off x="9869783" y="1524552"/>
            <a:ext cx="1335034" cy="1332000"/>
          </a:xfrm>
          <a:prstGeom prst="diamond">
            <a:avLst/>
          </a:prstGeom>
          <a:solidFill>
            <a:srgbClr val="88A5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 Placeholder 22">
            <a:extLst>
              <a:ext uri="{FF2B5EF4-FFF2-40B4-BE49-F238E27FC236}">
                <a16:creationId xmlns:a16="http://schemas.microsoft.com/office/drawing/2014/main" id="{4BF2850D-E099-F2EB-6CB7-0F6EB08862A3}"/>
              </a:ext>
            </a:extLst>
          </p:cNvPr>
          <p:cNvSpPr>
            <a:spLocks noGrp="1"/>
          </p:cNvSpPr>
          <p:nvPr>
            <p:ph type="body" sz="quarter" idx="20" hasCustomPrompt="1"/>
          </p:nvPr>
        </p:nvSpPr>
        <p:spPr>
          <a:xfrm>
            <a:off x="9272856" y="3218120"/>
            <a:ext cx="2514600" cy="3019167"/>
          </a:xfrm>
        </p:spPr>
        <p:txBody>
          <a:bodyPr>
            <a:normAutofit/>
          </a:bodyPr>
          <a:lstStyle>
            <a:lvl1pPr marL="0" indent="0" algn="ctr">
              <a:buNone/>
              <a:defRPr sz="2000">
                <a:solidFill>
                  <a:schemeClr val="tx1"/>
                </a:solidFill>
              </a:defRPr>
            </a:lvl1pPr>
          </a:lstStyle>
          <a:p>
            <a:pPr lvl="0"/>
            <a:r>
              <a:rPr lang="en-GB" dirty="0"/>
              <a:t>Click to add text</a:t>
            </a:r>
          </a:p>
        </p:txBody>
      </p:sp>
      <p:sp>
        <p:nvSpPr>
          <p:cNvPr id="25" name="Text Placeholder 17">
            <a:extLst>
              <a:ext uri="{FF2B5EF4-FFF2-40B4-BE49-F238E27FC236}">
                <a16:creationId xmlns:a16="http://schemas.microsoft.com/office/drawing/2014/main" id="{F7467C20-AC80-8AF4-CFA3-47CFEFF2D954}"/>
              </a:ext>
            </a:extLst>
          </p:cNvPr>
          <p:cNvSpPr>
            <a:spLocks noGrp="1"/>
          </p:cNvSpPr>
          <p:nvPr>
            <p:ph type="body" sz="quarter" idx="17" hasCustomPrompt="1"/>
          </p:nvPr>
        </p:nvSpPr>
        <p:spPr>
          <a:xfrm>
            <a:off x="1323131" y="1843892"/>
            <a:ext cx="717046" cy="700087"/>
          </a:xfrm>
          <a:noFill/>
        </p:spPr>
        <p:txBody>
          <a:bodyPr anchor="ctr">
            <a:normAutofit/>
          </a:bodyPr>
          <a:lstStyle>
            <a:lvl1pPr marL="9525" indent="0" algn="ctr">
              <a:buNone/>
              <a:defRPr sz="4000" b="1">
                <a:solidFill>
                  <a:schemeClr val="bg2"/>
                </a:solidFill>
              </a:defRPr>
            </a:lvl1pPr>
          </a:lstStyle>
          <a:p>
            <a:pPr lvl="0"/>
            <a:r>
              <a:rPr lang="en-GB" dirty="0"/>
              <a:t>##</a:t>
            </a:r>
          </a:p>
        </p:txBody>
      </p:sp>
      <p:sp>
        <p:nvSpPr>
          <p:cNvPr id="26" name="Text Placeholder 17">
            <a:extLst>
              <a:ext uri="{FF2B5EF4-FFF2-40B4-BE49-F238E27FC236}">
                <a16:creationId xmlns:a16="http://schemas.microsoft.com/office/drawing/2014/main" id="{11130BB0-A5C4-39A0-ECF3-B8EC13A54C4F}"/>
              </a:ext>
            </a:extLst>
          </p:cNvPr>
          <p:cNvSpPr>
            <a:spLocks noGrp="1"/>
          </p:cNvSpPr>
          <p:nvPr>
            <p:ph type="body" sz="quarter" idx="22" hasCustomPrompt="1"/>
          </p:nvPr>
        </p:nvSpPr>
        <p:spPr>
          <a:xfrm>
            <a:off x="4293739" y="1828718"/>
            <a:ext cx="717046" cy="700087"/>
          </a:xfrm>
          <a:noFill/>
        </p:spPr>
        <p:txBody>
          <a:bodyPr anchor="ctr">
            <a:normAutofit/>
          </a:bodyPr>
          <a:lstStyle>
            <a:lvl1pPr marL="9525" indent="0" algn="ctr">
              <a:buNone/>
              <a:defRPr sz="4000" b="1">
                <a:solidFill>
                  <a:schemeClr val="bg2"/>
                </a:solidFill>
              </a:defRPr>
            </a:lvl1pPr>
          </a:lstStyle>
          <a:p>
            <a:pPr lvl="0"/>
            <a:r>
              <a:rPr lang="en-GB" dirty="0"/>
              <a:t>##</a:t>
            </a:r>
          </a:p>
        </p:txBody>
      </p:sp>
      <p:sp>
        <p:nvSpPr>
          <p:cNvPr id="27" name="Text Placeholder 17">
            <a:extLst>
              <a:ext uri="{FF2B5EF4-FFF2-40B4-BE49-F238E27FC236}">
                <a16:creationId xmlns:a16="http://schemas.microsoft.com/office/drawing/2014/main" id="{CD3294F7-D1DB-678C-B87E-073539489DE4}"/>
              </a:ext>
            </a:extLst>
          </p:cNvPr>
          <p:cNvSpPr>
            <a:spLocks noGrp="1"/>
          </p:cNvSpPr>
          <p:nvPr>
            <p:ph type="body" sz="quarter" idx="23" hasCustomPrompt="1"/>
          </p:nvPr>
        </p:nvSpPr>
        <p:spPr>
          <a:xfrm>
            <a:off x="7279191" y="1849141"/>
            <a:ext cx="717046" cy="700087"/>
          </a:xfrm>
          <a:noFill/>
        </p:spPr>
        <p:txBody>
          <a:bodyPr anchor="ctr">
            <a:normAutofit/>
          </a:bodyPr>
          <a:lstStyle>
            <a:lvl1pPr marL="9525" indent="0" algn="ctr">
              <a:buNone/>
              <a:defRPr sz="4000" b="1">
                <a:solidFill>
                  <a:schemeClr val="bg2"/>
                </a:solidFill>
              </a:defRPr>
            </a:lvl1pPr>
          </a:lstStyle>
          <a:p>
            <a:pPr lvl="0"/>
            <a:r>
              <a:rPr lang="en-GB" dirty="0"/>
              <a:t>##</a:t>
            </a:r>
          </a:p>
        </p:txBody>
      </p:sp>
      <p:sp>
        <p:nvSpPr>
          <p:cNvPr id="28" name="Text Placeholder 17">
            <a:extLst>
              <a:ext uri="{FF2B5EF4-FFF2-40B4-BE49-F238E27FC236}">
                <a16:creationId xmlns:a16="http://schemas.microsoft.com/office/drawing/2014/main" id="{DB361A1D-F7CA-7E48-0E46-9CC3972CBD78}"/>
              </a:ext>
            </a:extLst>
          </p:cNvPr>
          <p:cNvSpPr>
            <a:spLocks noGrp="1"/>
          </p:cNvSpPr>
          <p:nvPr>
            <p:ph type="body" sz="quarter" idx="24" hasCustomPrompt="1"/>
          </p:nvPr>
        </p:nvSpPr>
        <p:spPr>
          <a:xfrm>
            <a:off x="10207591" y="1840508"/>
            <a:ext cx="717046" cy="700087"/>
          </a:xfrm>
          <a:noFill/>
        </p:spPr>
        <p:txBody>
          <a:bodyPr anchor="ctr">
            <a:normAutofit/>
          </a:bodyPr>
          <a:lstStyle>
            <a:lvl1pPr marL="9525" indent="0" algn="ctr">
              <a:buNone/>
              <a:defRPr sz="4000" b="1">
                <a:solidFill>
                  <a:schemeClr val="bg2"/>
                </a:solidFill>
              </a:defRPr>
            </a:lvl1pPr>
          </a:lstStyle>
          <a:p>
            <a:pPr lvl="0"/>
            <a:r>
              <a:rPr lang="en-GB" dirty="0"/>
              <a:t>##</a:t>
            </a:r>
          </a:p>
        </p:txBody>
      </p:sp>
      <p:sp>
        <p:nvSpPr>
          <p:cNvPr id="8" name="Rectangle 7">
            <a:extLst>
              <a:ext uri="{FF2B5EF4-FFF2-40B4-BE49-F238E27FC236}">
                <a16:creationId xmlns:a16="http://schemas.microsoft.com/office/drawing/2014/main" id="{B52AE618-B0A9-8915-19D8-7D913305B032}"/>
              </a:ext>
            </a:extLst>
          </p:cNvPr>
          <p:cNvSpPr/>
          <p:nvPr userDrawn="1"/>
        </p:nvSpPr>
        <p:spPr>
          <a:xfrm>
            <a:off x="-1792270" y="0"/>
            <a:ext cx="1658228" cy="6731000"/>
          </a:xfrm>
          <a:prstGeom prst="rect">
            <a:avLst/>
          </a:prstGeom>
          <a:solidFill>
            <a:srgbClr val="FFFCDB"/>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80000" rtlCol="0" anchor="t"/>
          <a:lstStyle/>
          <a:p>
            <a:pPr algn="l"/>
            <a:r>
              <a:rPr lang="en-GB" sz="1200" b="1" dirty="0">
                <a:solidFill>
                  <a:srgbClr val="1A1918"/>
                </a:solidFill>
              </a:rPr>
              <a:t>LAYOUT GUIDE</a:t>
            </a:r>
          </a:p>
          <a:p>
            <a:pPr algn="l"/>
            <a:endParaRPr lang="en-GB" sz="1200" dirty="0">
              <a:solidFill>
                <a:srgbClr val="1A1918"/>
              </a:solidFill>
            </a:endParaRPr>
          </a:p>
          <a:p>
            <a:pPr algn="l"/>
            <a:r>
              <a:rPr lang="en-GB" sz="1200" dirty="0">
                <a:solidFill>
                  <a:srgbClr val="1A1918"/>
                </a:solidFill>
              </a:rPr>
              <a:t>This slide can be used to replace bullet points.  </a:t>
            </a:r>
          </a:p>
          <a:p>
            <a:pPr algn="l"/>
            <a:endParaRPr lang="en-GB" sz="1200" dirty="0">
              <a:solidFill>
                <a:srgbClr val="1A1918"/>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solidFill>
                  <a:srgbClr val="1A1918"/>
                </a:solidFill>
              </a:rPr>
              <a:t>You may wish to add numbers or icons to help describe your content. The colour should be </a:t>
            </a:r>
            <a:r>
              <a:rPr lang="en-GB" sz="1200" b="1" dirty="0">
                <a:solidFill>
                  <a:srgbClr val="1A1918"/>
                </a:solidFill>
              </a:rPr>
              <a:t>HEX#032040</a:t>
            </a:r>
            <a:r>
              <a:rPr lang="en-GB" sz="1200" dirty="0">
                <a:solidFill>
                  <a:srgbClr val="1A1918"/>
                </a:solidFill>
              </a:rPr>
              <a:t>.</a:t>
            </a:r>
          </a:p>
          <a:p>
            <a:pPr algn="l"/>
            <a:endParaRPr lang="en-GB" sz="1200" dirty="0">
              <a:solidFill>
                <a:srgbClr val="1A1918"/>
              </a:solidFill>
            </a:endParaRPr>
          </a:p>
          <a:p>
            <a:pPr algn="l"/>
            <a:r>
              <a:rPr lang="en-GB" sz="1200" dirty="0">
                <a:solidFill>
                  <a:srgbClr val="1A1918"/>
                </a:solidFill>
              </a:rPr>
              <a:t>Simply click on the ## placeholder to add a number. They are already formatted to be 40 point font and bold.</a:t>
            </a:r>
          </a:p>
          <a:p>
            <a:pPr algn="l"/>
            <a:endParaRPr lang="en-GB" sz="1200" dirty="0">
              <a:solidFill>
                <a:srgbClr val="1A1918"/>
              </a:solidFill>
            </a:endParaRPr>
          </a:p>
          <a:p>
            <a:pPr algn="l"/>
            <a:r>
              <a:rPr lang="en-GB" sz="1200" dirty="0">
                <a:solidFill>
                  <a:srgbClr val="1A1918"/>
                </a:solidFill>
              </a:rPr>
              <a:t>To add an icon, delete the ## placeholder and go to </a:t>
            </a:r>
            <a:r>
              <a:rPr lang="en-GB" sz="1200" b="1" dirty="0">
                <a:solidFill>
                  <a:srgbClr val="1A1918"/>
                </a:solidFill>
              </a:rPr>
              <a:t>Insert </a:t>
            </a:r>
            <a:r>
              <a:rPr lang="en-GB" sz="1200" dirty="0">
                <a:solidFill>
                  <a:srgbClr val="1A1918"/>
                </a:solidFill>
              </a:rPr>
              <a:t>&gt; </a:t>
            </a:r>
            <a:r>
              <a:rPr lang="en-GB" sz="1200" b="1" dirty="0">
                <a:solidFill>
                  <a:srgbClr val="1A1918"/>
                </a:solidFill>
              </a:rPr>
              <a:t>Icons</a:t>
            </a:r>
          </a:p>
          <a:p>
            <a:pPr algn="l"/>
            <a:endParaRPr lang="en-GB" sz="1200" dirty="0">
              <a:solidFill>
                <a:srgbClr val="1A1918"/>
              </a:solidFill>
            </a:endParaRPr>
          </a:p>
          <a:p>
            <a:pPr algn="l"/>
            <a:r>
              <a:rPr lang="en-GB" sz="1200" dirty="0">
                <a:solidFill>
                  <a:srgbClr val="1A1918"/>
                </a:solidFill>
              </a:rPr>
              <a:t>The size for icons should be 2x2 cm.</a:t>
            </a:r>
          </a:p>
          <a:p>
            <a:pPr algn="l"/>
            <a:r>
              <a:rPr lang="en-GB" sz="1200" dirty="0">
                <a:solidFill>
                  <a:srgbClr val="1A1918"/>
                </a:solidFill>
              </a:rPr>
              <a:t>Resizing is done in the Graphics Format tab. </a:t>
            </a:r>
            <a:endParaRPr lang="en-GB" sz="1200" dirty="0">
              <a:solidFill>
                <a:schemeClr val="tx1"/>
              </a:solidFill>
            </a:endParaRPr>
          </a:p>
          <a:p>
            <a:pPr algn="l"/>
            <a:r>
              <a:rPr lang="en-GB" sz="1200" dirty="0">
                <a:solidFill>
                  <a:schemeClr val="accent5">
                    <a:lumMod val="40000"/>
                    <a:lumOff val="60000"/>
                  </a:schemeClr>
                </a:solidFill>
              </a:rPr>
              <a:t>--------------</a:t>
            </a:r>
          </a:p>
          <a:p>
            <a:pPr algn="l"/>
            <a:r>
              <a:rPr lang="en-GB" sz="1050" i="1" dirty="0">
                <a:solidFill>
                  <a:srgbClr val="767776"/>
                </a:solidFill>
              </a:rPr>
              <a:t>This info box will not appear when you present your slide.</a:t>
            </a:r>
          </a:p>
        </p:txBody>
      </p:sp>
      <p:sp>
        <p:nvSpPr>
          <p:cNvPr id="5" name="Date Placeholder 4">
            <a:extLst>
              <a:ext uri="{FF2B5EF4-FFF2-40B4-BE49-F238E27FC236}">
                <a16:creationId xmlns:a16="http://schemas.microsoft.com/office/drawing/2014/main" id="{1AD34322-F694-8930-5A39-AF213B2FAC7C}"/>
              </a:ext>
            </a:extLst>
          </p:cNvPr>
          <p:cNvSpPr>
            <a:spLocks noGrp="1"/>
          </p:cNvSpPr>
          <p:nvPr>
            <p:ph type="dt" sz="half" idx="25"/>
          </p:nvPr>
        </p:nvSpPr>
        <p:spPr/>
        <p:txBody>
          <a:bodyPr/>
          <a:lstStyle/>
          <a:p>
            <a:fld id="{323C7BE1-67B9-5941-A9CD-FE6AEB98B9F2}" type="datetime1">
              <a:rPr lang="sv-SE" smtClean="0"/>
              <a:t>2026-05-06</a:t>
            </a:fld>
            <a:endParaRPr lang="en-GB" dirty="0"/>
          </a:p>
        </p:txBody>
      </p:sp>
      <p:sp>
        <p:nvSpPr>
          <p:cNvPr id="9" name="Footer Placeholder 8">
            <a:extLst>
              <a:ext uri="{FF2B5EF4-FFF2-40B4-BE49-F238E27FC236}">
                <a16:creationId xmlns:a16="http://schemas.microsoft.com/office/drawing/2014/main" id="{FAF4FB9C-E9DE-ECED-F92A-26D3562867C8}"/>
              </a:ext>
            </a:extLst>
          </p:cNvPr>
          <p:cNvSpPr>
            <a:spLocks noGrp="1"/>
          </p:cNvSpPr>
          <p:nvPr>
            <p:ph type="ftr" sz="quarter" idx="26"/>
          </p:nvPr>
        </p:nvSpPr>
        <p:spPr/>
        <p:txBody>
          <a:bodyPr/>
          <a:lstStyle/>
          <a:p>
            <a:r>
              <a:rPr lang="en-GB"/>
              <a:t>YOUR DEPARTMENT NAME</a:t>
            </a:r>
            <a:endParaRPr lang="en-GB" dirty="0"/>
          </a:p>
        </p:txBody>
      </p:sp>
      <p:sp>
        <p:nvSpPr>
          <p:cNvPr id="10" name="Slide Number Placeholder 9">
            <a:extLst>
              <a:ext uri="{FF2B5EF4-FFF2-40B4-BE49-F238E27FC236}">
                <a16:creationId xmlns:a16="http://schemas.microsoft.com/office/drawing/2014/main" id="{C11BAF91-8631-993A-1B2E-E98438CA89E0}"/>
              </a:ext>
            </a:extLst>
          </p:cNvPr>
          <p:cNvSpPr>
            <a:spLocks noGrp="1"/>
          </p:cNvSpPr>
          <p:nvPr>
            <p:ph type="sldNum" sz="quarter" idx="27"/>
          </p:nvPr>
        </p:nvSpPr>
        <p:spPr/>
        <p:txBody>
          <a:bodyPr/>
          <a:lstStyle/>
          <a:p>
            <a:fld id="{B3284CE9-EFAB-9F4B-868A-1F02DB69B64D}" type="slidenum">
              <a:rPr lang="en-GB" smtClean="0"/>
              <a:pPr/>
              <a:t>‹Nr.›</a:t>
            </a:fld>
            <a:endParaRPr lang="en-GB"/>
          </a:p>
        </p:txBody>
      </p:sp>
      <p:sp>
        <p:nvSpPr>
          <p:cNvPr id="3" name="Rectangle 2">
            <a:extLst>
              <a:ext uri="{FF2B5EF4-FFF2-40B4-BE49-F238E27FC236}">
                <a16:creationId xmlns:a16="http://schemas.microsoft.com/office/drawing/2014/main" id="{E4AEF616-2F1D-9E6E-5B86-F1B90587EFD2}"/>
              </a:ext>
            </a:extLst>
          </p:cNvPr>
          <p:cNvSpPr/>
          <p:nvPr userDrawn="1"/>
        </p:nvSpPr>
        <p:spPr>
          <a:xfrm>
            <a:off x="326655" y="369182"/>
            <a:ext cx="46800" cy="669600"/>
          </a:xfrm>
          <a:prstGeom prst="rect">
            <a:avLst/>
          </a:prstGeom>
          <a:solidFill>
            <a:srgbClr val="FF824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solidFill>
                <a:schemeClr val="tx1"/>
              </a:solidFill>
            </a:endParaRPr>
          </a:p>
        </p:txBody>
      </p:sp>
    </p:spTree>
    <p:extLst>
      <p:ext uri="{BB962C8B-B14F-4D97-AF65-F5344CB8AC3E}">
        <p14:creationId xmlns:p14="http://schemas.microsoft.com/office/powerpoint/2010/main" val="21974391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136B4656-46C1-C721-3A59-D9D22D4625BC}"/>
              </a:ext>
            </a:extLst>
          </p:cNvPr>
          <p:cNvSpPr>
            <a:spLocks noGrp="1"/>
          </p:cNvSpPr>
          <p:nvPr>
            <p:ph type="dt" sz="half" idx="10"/>
          </p:nvPr>
        </p:nvSpPr>
        <p:spPr/>
        <p:txBody>
          <a:bodyPr/>
          <a:lstStyle/>
          <a:p>
            <a:fld id="{323C7BE1-67B9-5941-A9CD-FE6AEB98B9F2}" type="datetime1">
              <a:rPr lang="sv-SE" smtClean="0"/>
              <a:t>2026-05-06</a:t>
            </a:fld>
            <a:endParaRPr lang="en-GB" dirty="0"/>
          </a:p>
        </p:txBody>
      </p:sp>
      <p:sp>
        <p:nvSpPr>
          <p:cNvPr id="6" name="Footer Placeholder 5">
            <a:extLst>
              <a:ext uri="{FF2B5EF4-FFF2-40B4-BE49-F238E27FC236}">
                <a16:creationId xmlns:a16="http://schemas.microsoft.com/office/drawing/2014/main" id="{E853BDFD-A743-057D-2463-BAB2F5CE9371}"/>
              </a:ext>
            </a:extLst>
          </p:cNvPr>
          <p:cNvSpPr>
            <a:spLocks noGrp="1"/>
          </p:cNvSpPr>
          <p:nvPr>
            <p:ph type="ftr" sz="quarter" idx="11"/>
          </p:nvPr>
        </p:nvSpPr>
        <p:spPr/>
        <p:txBody>
          <a:bodyPr/>
          <a:lstStyle/>
          <a:p>
            <a:r>
              <a:rPr lang="en-GB"/>
              <a:t>YOUR DEPARTMENT NAME</a:t>
            </a:r>
            <a:endParaRPr lang="en-GB" dirty="0"/>
          </a:p>
        </p:txBody>
      </p:sp>
      <p:sp>
        <p:nvSpPr>
          <p:cNvPr id="7" name="Slide Number Placeholder 6">
            <a:extLst>
              <a:ext uri="{FF2B5EF4-FFF2-40B4-BE49-F238E27FC236}">
                <a16:creationId xmlns:a16="http://schemas.microsoft.com/office/drawing/2014/main" id="{B0EB883C-705F-592B-3AD4-C11BB3091CBE}"/>
              </a:ext>
            </a:extLst>
          </p:cNvPr>
          <p:cNvSpPr>
            <a:spLocks noGrp="1"/>
          </p:cNvSpPr>
          <p:nvPr>
            <p:ph type="sldNum" sz="quarter" idx="12"/>
          </p:nvPr>
        </p:nvSpPr>
        <p:spPr/>
        <p:txBody>
          <a:bodyPr/>
          <a:lstStyle/>
          <a:p>
            <a:fld id="{B3284CE9-EFAB-9F4B-868A-1F02DB69B64D}" type="slidenum">
              <a:rPr lang="en-GB" smtClean="0"/>
              <a:pPr/>
              <a:t>‹Nr.›</a:t>
            </a:fld>
            <a:endParaRPr lang="en-GB"/>
          </a:p>
        </p:txBody>
      </p:sp>
    </p:spTree>
    <p:extLst>
      <p:ext uri="{BB962C8B-B14F-4D97-AF65-F5344CB8AC3E}">
        <p14:creationId xmlns:p14="http://schemas.microsoft.com/office/powerpoint/2010/main" val="4136595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with pic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A9D64C0-0CC8-DA43-1163-BE2DA5974E61}"/>
              </a:ext>
            </a:extLst>
          </p:cNvPr>
          <p:cNvSpPr/>
          <p:nvPr userDrawn="1"/>
        </p:nvSpPr>
        <p:spPr>
          <a:xfrm>
            <a:off x="326655" y="369182"/>
            <a:ext cx="46800" cy="669600"/>
          </a:xfrm>
          <a:prstGeom prst="rect">
            <a:avLst/>
          </a:prstGeom>
          <a:solidFill>
            <a:srgbClr val="FF824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solidFill>
                <a:schemeClr val="tx1"/>
              </a:solidFill>
            </a:endParaRPr>
          </a:p>
        </p:txBody>
      </p:sp>
      <p:sp>
        <p:nvSpPr>
          <p:cNvPr id="2" name="Title 1">
            <a:extLst>
              <a:ext uri="{FF2B5EF4-FFF2-40B4-BE49-F238E27FC236}">
                <a16:creationId xmlns:a16="http://schemas.microsoft.com/office/drawing/2014/main" id="{F346F62A-F83F-9477-3483-57C4B15419EF}"/>
              </a:ext>
            </a:extLst>
          </p:cNvPr>
          <p:cNvSpPr>
            <a:spLocks noGrp="1"/>
          </p:cNvSpPr>
          <p:nvPr>
            <p:ph type="title"/>
          </p:nvPr>
        </p:nvSpPr>
        <p:spPr>
          <a:xfrm>
            <a:off x="557416" y="260350"/>
            <a:ext cx="5545137" cy="936625"/>
          </a:xfrm>
        </p:spPr>
        <p:txBody>
          <a:bodyPr anchor="ctr">
            <a:normAutofit/>
          </a:bodyPr>
          <a:lstStyle>
            <a:lvl1pPr>
              <a:defRPr sz="2800"/>
            </a:lvl1pPr>
          </a:lstStyle>
          <a:p>
            <a:r>
              <a:rPr lang="en-US"/>
              <a:t>Click to edit Master title style</a:t>
            </a:r>
            <a:endParaRPr lang="en-GB" dirty="0"/>
          </a:p>
        </p:txBody>
      </p:sp>
      <p:sp>
        <p:nvSpPr>
          <p:cNvPr id="4" name="Text Placeholder 3">
            <a:extLst>
              <a:ext uri="{FF2B5EF4-FFF2-40B4-BE49-F238E27FC236}">
                <a16:creationId xmlns:a16="http://schemas.microsoft.com/office/drawing/2014/main" id="{B58B29D1-F5E8-6052-1A2B-A5D66EA78B4A}"/>
              </a:ext>
            </a:extLst>
          </p:cNvPr>
          <p:cNvSpPr>
            <a:spLocks noGrp="1"/>
          </p:cNvSpPr>
          <p:nvPr>
            <p:ph type="body" sz="half" idx="2"/>
          </p:nvPr>
        </p:nvSpPr>
        <p:spPr>
          <a:xfrm>
            <a:off x="557619" y="1275632"/>
            <a:ext cx="5538381" cy="4961656"/>
          </a:xfrm>
        </p:spPr>
        <p:txBody>
          <a:bodyPr>
            <a:normAutofit/>
          </a:bodyPr>
          <a:lstStyle>
            <a:lvl1pPr marL="182563" indent="-182563">
              <a:buFont typeface="Wingdings" pitchFamily="2" charset="2"/>
              <a:buChar char="§"/>
              <a:tabLst/>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7CAD33D1-9314-115E-8DE1-EEBA2847B874}"/>
              </a:ext>
            </a:extLst>
          </p:cNvPr>
          <p:cNvSpPr>
            <a:spLocks noGrp="1"/>
          </p:cNvSpPr>
          <p:nvPr>
            <p:ph type="pic" idx="1" hasCustomPrompt="1"/>
          </p:nvPr>
        </p:nvSpPr>
        <p:spPr>
          <a:xfrm>
            <a:off x="6453963" y="7153"/>
            <a:ext cx="5738037" cy="6516000"/>
          </a:xfrm>
        </p:spPr>
        <p:txBody>
          <a:bodyPr>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dirty="0"/>
              <a:t> </a:t>
            </a:r>
          </a:p>
          <a:p>
            <a:endParaRPr lang="en-GB" dirty="0"/>
          </a:p>
          <a:p>
            <a:endParaRPr lang="en-GB" dirty="0"/>
          </a:p>
          <a:p>
            <a:endParaRPr lang="en-GB" dirty="0"/>
          </a:p>
          <a:p>
            <a:r>
              <a:rPr lang="en-GB" dirty="0"/>
              <a:t>Click to add picture</a:t>
            </a:r>
          </a:p>
        </p:txBody>
      </p:sp>
      <p:sp>
        <p:nvSpPr>
          <p:cNvPr id="9" name="Date Placeholder 8">
            <a:extLst>
              <a:ext uri="{FF2B5EF4-FFF2-40B4-BE49-F238E27FC236}">
                <a16:creationId xmlns:a16="http://schemas.microsoft.com/office/drawing/2014/main" id="{47B874B4-2A23-6B2E-13B4-41DF93D0F50D}"/>
              </a:ext>
            </a:extLst>
          </p:cNvPr>
          <p:cNvSpPr>
            <a:spLocks noGrp="1"/>
          </p:cNvSpPr>
          <p:nvPr>
            <p:ph type="dt" sz="half" idx="10"/>
          </p:nvPr>
        </p:nvSpPr>
        <p:spPr/>
        <p:txBody>
          <a:bodyPr/>
          <a:lstStyle/>
          <a:p>
            <a:fld id="{323C7BE1-67B9-5941-A9CD-FE6AEB98B9F2}" type="datetime1">
              <a:rPr lang="sv-SE" smtClean="0"/>
              <a:t>2026-05-06</a:t>
            </a:fld>
            <a:endParaRPr lang="en-GB" dirty="0"/>
          </a:p>
        </p:txBody>
      </p:sp>
      <p:sp>
        <p:nvSpPr>
          <p:cNvPr id="10" name="Footer Placeholder 9">
            <a:extLst>
              <a:ext uri="{FF2B5EF4-FFF2-40B4-BE49-F238E27FC236}">
                <a16:creationId xmlns:a16="http://schemas.microsoft.com/office/drawing/2014/main" id="{9F530B4D-3326-5EF3-762C-1289711B152A}"/>
              </a:ext>
            </a:extLst>
          </p:cNvPr>
          <p:cNvSpPr>
            <a:spLocks noGrp="1"/>
          </p:cNvSpPr>
          <p:nvPr>
            <p:ph type="ftr" sz="quarter" idx="11"/>
          </p:nvPr>
        </p:nvSpPr>
        <p:spPr/>
        <p:txBody>
          <a:bodyPr/>
          <a:lstStyle/>
          <a:p>
            <a:r>
              <a:rPr lang="en-GB"/>
              <a:t>YOUR DEPARTMENT NAME</a:t>
            </a:r>
            <a:endParaRPr lang="en-GB" dirty="0"/>
          </a:p>
        </p:txBody>
      </p:sp>
      <p:sp>
        <p:nvSpPr>
          <p:cNvPr id="11" name="Slide Number Placeholder 10">
            <a:extLst>
              <a:ext uri="{FF2B5EF4-FFF2-40B4-BE49-F238E27FC236}">
                <a16:creationId xmlns:a16="http://schemas.microsoft.com/office/drawing/2014/main" id="{D772C6DD-7209-CCED-7371-A0BA6BC27E7E}"/>
              </a:ext>
            </a:extLst>
          </p:cNvPr>
          <p:cNvSpPr>
            <a:spLocks noGrp="1"/>
          </p:cNvSpPr>
          <p:nvPr>
            <p:ph type="sldNum" sz="quarter" idx="12"/>
          </p:nvPr>
        </p:nvSpPr>
        <p:spPr/>
        <p:txBody>
          <a:bodyPr/>
          <a:lstStyle/>
          <a:p>
            <a:fld id="{B3284CE9-EFAB-9F4B-868A-1F02DB69B64D}" type="slidenum">
              <a:rPr lang="en-GB" smtClean="0"/>
              <a:pPr/>
              <a:t>‹Nr.›</a:t>
            </a:fld>
            <a:endParaRPr lang="en-GB"/>
          </a:p>
        </p:txBody>
      </p:sp>
    </p:spTree>
    <p:extLst>
      <p:ext uri="{BB962C8B-B14F-4D97-AF65-F5344CB8AC3E}">
        <p14:creationId xmlns:p14="http://schemas.microsoft.com/office/powerpoint/2010/main" val="10618736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tex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B3EA80B-C35F-4C41-51B8-3B51EA4EC1D3}"/>
              </a:ext>
            </a:extLst>
          </p:cNvPr>
          <p:cNvSpPr/>
          <p:nvPr userDrawn="1"/>
        </p:nvSpPr>
        <p:spPr>
          <a:xfrm>
            <a:off x="5880447" y="369182"/>
            <a:ext cx="46800" cy="669600"/>
          </a:xfrm>
          <a:prstGeom prst="rect">
            <a:avLst/>
          </a:prstGeom>
          <a:solidFill>
            <a:srgbClr val="FF824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solidFill>
                <a:schemeClr val="tx1"/>
              </a:solidFill>
            </a:endParaRPr>
          </a:p>
        </p:txBody>
      </p:sp>
      <p:sp>
        <p:nvSpPr>
          <p:cNvPr id="2" name="Title 1">
            <a:extLst>
              <a:ext uri="{FF2B5EF4-FFF2-40B4-BE49-F238E27FC236}">
                <a16:creationId xmlns:a16="http://schemas.microsoft.com/office/drawing/2014/main" id="{F346F62A-F83F-9477-3483-57C4B15419EF}"/>
              </a:ext>
            </a:extLst>
          </p:cNvPr>
          <p:cNvSpPr>
            <a:spLocks noGrp="1"/>
          </p:cNvSpPr>
          <p:nvPr>
            <p:ph type="title"/>
          </p:nvPr>
        </p:nvSpPr>
        <p:spPr>
          <a:xfrm>
            <a:off x="6101480" y="260350"/>
            <a:ext cx="5545137" cy="936625"/>
          </a:xfrm>
        </p:spPr>
        <p:txBody>
          <a:bodyPr anchor="ctr">
            <a:normAutofit/>
          </a:bodyPr>
          <a:lstStyle>
            <a:lvl1pPr>
              <a:defRPr sz="2800"/>
            </a:lvl1pPr>
          </a:lstStyle>
          <a:p>
            <a:r>
              <a:rPr lang="en-US"/>
              <a:t>Click to edit Master title style</a:t>
            </a:r>
            <a:endParaRPr lang="en-GB" dirty="0"/>
          </a:p>
        </p:txBody>
      </p:sp>
      <p:sp>
        <p:nvSpPr>
          <p:cNvPr id="3" name="Picture Placeholder 2">
            <a:extLst>
              <a:ext uri="{FF2B5EF4-FFF2-40B4-BE49-F238E27FC236}">
                <a16:creationId xmlns:a16="http://schemas.microsoft.com/office/drawing/2014/main" id="{DACE4820-0D7C-1D98-C026-2A0B661514DF}"/>
              </a:ext>
            </a:extLst>
          </p:cNvPr>
          <p:cNvSpPr>
            <a:spLocks noGrp="1"/>
          </p:cNvSpPr>
          <p:nvPr>
            <p:ph type="pic" idx="1" hasCustomPrompt="1"/>
          </p:nvPr>
        </p:nvSpPr>
        <p:spPr>
          <a:xfrm>
            <a:off x="-1" y="-3924"/>
            <a:ext cx="5540723" cy="6527988"/>
          </a:xfrm>
        </p:spPr>
        <p:txBody>
          <a:bodyPr>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dirty="0"/>
              <a:t> </a:t>
            </a:r>
          </a:p>
          <a:p>
            <a:endParaRPr lang="en-GB" dirty="0"/>
          </a:p>
          <a:p>
            <a:endParaRPr lang="en-GB" dirty="0"/>
          </a:p>
          <a:p>
            <a:endParaRPr lang="en-GB" dirty="0"/>
          </a:p>
          <a:p>
            <a:r>
              <a:rPr lang="en-GB" dirty="0"/>
              <a:t>Click to add picture</a:t>
            </a:r>
          </a:p>
        </p:txBody>
      </p:sp>
      <p:sp>
        <p:nvSpPr>
          <p:cNvPr id="4" name="Text Placeholder 3">
            <a:extLst>
              <a:ext uri="{FF2B5EF4-FFF2-40B4-BE49-F238E27FC236}">
                <a16:creationId xmlns:a16="http://schemas.microsoft.com/office/drawing/2014/main" id="{B58B29D1-F5E8-6052-1A2B-A5D66EA78B4A}"/>
              </a:ext>
            </a:extLst>
          </p:cNvPr>
          <p:cNvSpPr>
            <a:spLocks noGrp="1"/>
          </p:cNvSpPr>
          <p:nvPr>
            <p:ph type="body" sz="half" idx="2"/>
          </p:nvPr>
        </p:nvSpPr>
        <p:spPr>
          <a:xfrm>
            <a:off x="6101480" y="1275632"/>
            <a:ext cx="5545137" cy="4961656"/>
          </a:xfrm>
        </p:spPr>
        <p:txBody>
          <a:bodyPr>
            <a:normAutofit/>
          </a:bodyPr>
          <a:lstStyle>
            <a:lvl1pPr marL="182563" indent="-182563">
              <a:buFont typeface="Wingdings" pitchFamily="2" charset="2"/>
              <a:buChar char="§"/>
              <a:tabLst/>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332C5DED-D296-07F6-0A82-BE06DCF85F86}"/>
              </a:ext>
            </a:extLst>
          </p:cNvPr>
          <p:cNvSpPr>
            <a:spLocks noGrp="1"/>
          </p:cNvSpPr>
          <p:nvPr>
            <p:ph type="dt" sz="half" idx="10"/>
          </p:nvPr>
        </p:nvSpPr>
        <p:spPr/>
        <p:txBody>
          <a:bodyPr/>
          <a:lstStyle/>
          <a:p>
            <a:fld id="{323C7BE1-67B9-5941-A9CD-FE6AEB98B9F2}" type="datetime1">
              <a:rPr lang="sv-SE" smtClean="0"/>
              <a:t>2026-05-06</a:t>
            </a:fld>
            <a:endParaRPr lang="en-GB" dirty="0"/>
          </a:p>
        </p:txBody>
      </p:sp>
      <p:sp>
        <p:nvSpPr>
          <p:cNvPr id="10" name="Footer Placeholder 9">
            <a:extLst>
              <a:ext uri="{FF2B5EF4-FFF2-40B4-BE49-F238E27FC236}">
                <a16:creationId xmlns:a16="http://schemas.microsoft.com/office/drawing/2014/main" id="{662F0534-3AA4-CDD3-3F84-E332170DC412}"/>
              </a:ext>
            </a:extLst>
          </p:cNvPr>
          <p:cNvSpPr>
            <a:spLocks noGrp="1"/>
          </p:cNvSpPr>
          <p:nvPr>
            <p:ph type="ftr" sz="quarter" idx="11"/>
          </p:nvPr>
        </p:nvSpPr>
        <p:spPr/>
        <p:txBody>
          <a:bodyPr/>
          <a:lstStyle/>
          <a:p>
            <a:r>
              <a:rPr lang="en-GB"/>
              <a:t>YOUR DEPARTMENT NAME</a:t>
            </a:r>
            <a:endParaRPr lang="en-GB" dirty="0"/>
          </a:p>
        </p:txBody>
      </p:sp>
      <p:sp>
        <p:nvSpPr>
          <p:cNvPr id="11" name="Slide Number Placeholder 10">
            <a:extLst>
              <a:ext uri="{FF2B5EF4-FFF2-40B4-BE49-F238E27FC236}">
                <a16:creationId xmlns:a16="http://schemas.microsoft.com/office/drawing/2014/main" id="{0F51997A-D1C3-44EA-0DD3-CD803CAD7B36}"/>
              </a:ext>
            </a:extLst>
          </p:cNvPr>
          <p:cNvSpPr>
            <a:spLocks noGrp="1"/>
          </p:cNvSpPr>
          <p:nvPr>
            <p:ph type="sldNum" sz="quarter" idx="12"/>
          </p:nvPr>
        </p:nvSpPr>
        <p:spPr/>
        <p:txBody>
          <a:bodyPr/>
          <a:lstStyle/>
          <a:p>
            <a:fld id="{B3284CE9-EFAB-9F4B-868A-1F02DB69B64D}" type="slidenum">
              <a:rPr lang="en-GB" smtClean="0"/>
              <a:pPr/>
              <a:t>‹Nr.›</a:t>
            </a:fld>
            <a:endParaRPr lang="en-GB"/>
          </a:p>
        </p:txBody>
      </p:sp>
    </p:spTree>
    <p:extLst>
      <p:ext uri="{BB962C8B-B14F-4D97-AF65-F5344CB8AC3E}">
        <p14:creationId xmlns:p14="http://schemas.microsoft.com/office/powerpoint/2010/main" val="578558642"/>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ext with 2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6F62A-F83F-9477-3483-57C4B15419EF}"/>
              </a:ext>
            </a:extLst>
          </p:cNvPr>
          <p:cNvSpPr>
            <a:spLocks noGrp="1"/>
          </p:cNvSpPr>
          <p:nvPr>
            <p:ph type="title"/>
          </p:nvPr>
        </p:nvSpPr>
        <p:spPr>
          <a:xfrm>
            <a:off x="557619" y="260350"/>
            <a:ext cx="5545137" cy="936625"/>
          </a:xfrm>
        </p:spPr>
        <p:txBody>
          <a:bodyPr anchor="ctr">
            <a:normAutofit/>
          </a:bodyPr>
          <a:lstStyle>
            <a:lvl1pPr>
              <a:defRPr sz="2800"/>
            </a:lvl1pPr>
          </a:lstStyle>
          <a:p>
            <a:r>
              <a:rPr lang="en-US"/>
              <a:t>Click to edit Master title style</a:t>
            </a:r>
            <a:endParaRPr lang="en-GB" dirty="0"/>
          </a:p>
        </p:txBody>
      </p:sp>
      <p:sp>
        <p:nvSpPr>
          <p:cNvPr id="3" name="Picture Placeholder 2">
            <a:extLst>
              <a:ext uri="{FF2B5EF4-FFF2-40B4-BE49-F238E27FC236}">
                <a16:creationId xmlns:a16="http://schemas.microsoft.com/office/drawing/2014/main" id="{DACE4820-0D7C-1D98-C026-2A0B661514DF}"/>
              </a:ext>
            </a:extLst>
          </p:cNvPr>
          <p:cNvSpPr>
            <a:spLocks noGrp="1"/>
          </p:cNvSpPr>
          <p:nvPr>
            <p:ph type="pic" idx="1"/>
          </p:nvPr>
        </p:nvSpPr>
        <p:spPr>
          <a:xfrm>
            <a:off x="6453962" y="0"/>
            <a:ext cx="5738037" cy="3168000"/>
          </a:xfrm>
        </p:spPr>
        <p:txBody>
          <a:bodyPr>
            <a:normAutofit/>
          </a:bodyPr>
          <a:lstStyle>
            <a:lvl1pPr marL="0" indent="0" algn="ctr">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z="1600"/>
              <a:t>Click icon to add picture</a:t>
            </a:r>
            <a:endParaRPr lang="en-GB" dirty="0"/>
          </a:p>
        </p:txBody>
      </p:sp>
      <p:sp>
        <p:nvSpPr>
          <p:cNvPr id="4" name="Text Placeholder 3">
            <a:extLst>
              <a:ext uri="{FF2B5EF4-FFF2-40B4-BE49-F238E27FC236}">
                <a16:creationId xmlns:a16="http://schemas.microsoft.com/office/drawing/2014/main" id="{B58B29D1-F5E8-6052-1A2B-A5D66EA78B4A}"/>
              </a:ext>
            </a:extLst>
          </p:cNvPr>
          <p:cNvSpPr>
            <a:spLocks noGrp="1"/>
          </p:cNvSpPr>
          <p:nvPr>
            <p:ph type="body" sz="half" idx="2"/>
          </p:nvPr>
        </p:nvSpPr>
        <p:spPr>
          <a:xfrm>
            <a:off x="557619" y="1275632"/>
            <a:ext cx="5545137" cy="4961656"/>
          </a:xfrm>
        </p:spPr>
        <p:txBody>
          <a:bodyPr>
            <a:normAutofit/>
          </a:bodyPr>
          <a:lstStyle>
            <a:lvl1pPr marL="182563" indent="-182563">
              <a:buFont typeface="Wingdings" pitchFamily="2" charset="2"/>
              <a:buChar char="§"/>
              <a:tabLst/>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2">
            <a:extLst>
              <a:ext uri="{FF2B5EF4-FFF2-40B4-BE49-F238E27FC236}">
                <a16:creationId xmlns:a16="http://schemas.microsoft.com/office/drawing/2014/main" id="{1FA3D8D6-55A9-2CA2-7A80-E929074156F8}"/>
              </a:ext>
            </a:extLst>
          </p:cNvPr>
          <p:cNvSpPr>
            <a:spLocks noGrp="1"/>
          </p:cNvSpPr>
          <p:nvPr>
            <p:ph type="pic" idx="13"/>
          </p:nvPr>
        </p:nvSpPr>
        <p:spPr>
          <a:xfrm>
            <a:off x="6453961" y="3357131"/>
            <a:ext cx="5738037" cy="3168000"/>
          </a:xfrm>
        </p:spPr>
        <p:txBody>
          <a:bodyPr>
            <a:normAutofit/>
          </a:bodyPr>
          <a:lstStyle>
            <a:lvl1pPr marL="0" indent="0" algn="ctr">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z="1600"/>
              <a:t>Click icon to add picture</a:t>
            </a:r>
            <a:endParaRPr lang="en-GB" dirty="0"/>
          </a:p>
        </p:txBody>
      </p:sp>
      <p:sp>
        <p:nvSpPr>
          <p:cNvPr id="10" name="Date Placeholder 9">
            <a:extLst>
              <a:ext uri="{FF2B5EF4-FFF2-40B4-BE49-F238E27FC236}">
                <a16:creationId xmlns:a16="http://schemas.microsoft.com/office/drawing/2014/main" id="{FB5EFBA8-F415-D921-BFC7-FE6106C2AFA8}"/>
              </a:ext>
            </a:extLst>
          </p:cNvPr>
          <p:cNvSpPr>
            <a:spLocks noGrp="1"/>
          </p:cNvSpPr>
          <p:nvPr>
            <p:ph type="dt" sz="half" idx="14"/>
          </p:nvPr>
        </p:nvSpPr>
        <p:spPr/>
        <p:txBody>
          <a:bodyPr/>
          <a:lstStyle/>
          <a:p>
            <a:fld id="{323C7BE1-67B9-5941-A9CD-FE6AEB98B9F2}" type="datetime1">
              <a:rPr lang="sv-SE" smtClean="0"/>
              <a:t>2026-05-06</a:t>
            </a:fld>
            <a:endParaRPr lang="en-GB" dirty="0"/>
          </a:p>
        </p:txBody>
      </p:sp>
      <p:sp>
        <p:nvSpPr>
          <p:cNvPr id="11" name="Footer Placeholder 10">
            <a:extLst>
              <a:ext uri="{FF2B5EF4-FFF2-40B4-BE49-F238E27FC236}">
                <a16:creationId xmlns:a16="http://schemas.microsoft.com/office/drawing/2014/main" id="{37A6D0FF-A7B4-0640-B8E4-154523E1F648}"/>
              </a:ext>
            </a:extLst>
          </p:cNvPr>
          <p:cNvSpPr>
            <a:spLocks noGrp="1"/>
          </p:cNvSpPr>
          <p:nvPr>
            <p:ph type="ftr" sz="quarter" idx="15"/>
          </p:nvPr>
        </p:nvSpPr>
        <p:spPr/>
        <p:txBody>
          <a:bodyPr/>
          <a:lstStyle/>
          <a:p>
            <a:r>
              <a:rPr lang="en-GB"/>
              <a:t>YOUR DEPARTMENT NAME</a:t>
            </a:r>
            <a:endParaRPr lang="en-GB" dirty="0"/>
          </a:p>
        </p:txBody>
      </p:sp>
      <p:sp>
        <p:nvSpPr>
          <p:cNvPr id="12" name="Slide Number Placeholder 11">
            <a:extLst>
              <a:ext uri="{FF2B5EF4-FFF2-40B4-BE49-F238E27FC236}">
                <a16:creationId xmlns:a16="http://schemas.microsoft.com/office/drawing/2014/main" id="{8428777F-85CB-4B68-3C93-A3F319825C62}"/>
              </a:ext>
            </a:extLst>
          </p:cNvPr>
          <p:cNvSpPr>
            <a:spLocks noGrp="1"/>
          </p:cNvSpPr>
          <p:nvPr>
            <p:ph type="sldNum" sz="quarter" idx="16"/>
          </p:nvPr>
        </p:nvSpPr>
        <p:spPr/>
        <p:txBody>
          <a:bodyPr/>
          <a:lstStyle/>
          <a:p>
            <a:fld id="{B3284CE9-EFAB-9F4B-868A-1F02DB69B64D}" type="slidenum">
              <a:rPr lang="en-GB" smtClean="0"/>
              <a:pPr/>
              <a:t>‹Nr.›</a:t>
            </a:fld>
            <a:endParaRPr lang="en-GB"/>
          </a:p>
        </p:txBody>
      </p:sp>
      <p:sp>
        <p:nvSpPr>
          <p:cNvPr id="5" name="Rectangle 4">
            <a:extLst>
              <a:ext uri="{FF2B5EF4-FFF2-40B4-BE49-F238E27FC236}">
                <a16:creationId xmlns:a16="http://schemas.microsoft.com/office/drawing/2014/main" id="{93BEEBA2-C00C-AC90-0B29-AE6E85DB1C01}"/>
              </a:ext>
            </a:extLst>
          </p:cNvPr>
          <p:cNvSpPr/>
          <p:nvPr userDrawn="1"/>
        </p:nvSpPr>
        <p:spPr>
          <a:xfrm>
            <a:off x="326655" y="369182"/>
            <a:ext cx="46800" cy="669600"/>
          </a:xfrm>
          <a:prstGeom prst="rect">
            <a:avLst/>
          </a:prstGeom>
          <a:solidFill>
            <a:srgbClr val="FF824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solidFill>
                <a:schemeClr val="tx1"/>
              </a:solidFill>
            </a:endParaRPr>
          </a:p>
        </p:txBody>
      </p:sp>
    </p:spTree>
    <p:extLst>
      <p:ext uri="{BB962C8B-B14F-4D97-AF65-F5344CB8AC3E}">
        <p14:creationId xmlns:p14="http://schemas.microsoft.com/office/powerpoint/2010/main" val="5407542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pictures with tex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ACE4820-0D7C-1D98-C026-2A0B661514DF}"/>
              </a:ext>
            </a:extLst>
          </p:cNvPr>
          <p:cNvSpPr>
            <a:spLocks noGrp="1"/>
          </p:cNvSpPr>
          <p:nvPr>
            <p:ph type="pic" idx="1"/>
          </p:nvPr>
        </p:nvSpPr>
        <p:spPr>
          <a:xfrm>
            <a:off x="0" y="0"/>
            <a:ext cx="5543897" cy="3171600"/>
          </a:xfrm>
        </p:spPr>
        <p:txBody>
          <a:bodyPr>
            <a:normAutofit/>
          </a:bodyPr>
          <a:lstStyle>
            <a:lvl1pPr marL="0" indent="0" algn="ctr">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z="1600"/>
              <a:t>Click icon to add picture</a:t>
            </a:r>
            <a:endParaRPr lang="en-GB" dirty="0"/>
          </a:p>
        </p:txBody>
      </p:sp>
      <p:sp>
        <p:nvSpPr>
          <p:cNvPr id="9" name="Picture Placeholder 2">
            <a:extLst>
              <a:ext uri="{FF2B5EF4-FFF2-40B4-BE49-F238E27FC236}">
                <a16:creationId xmlns:a16="http://schemas.microsoft.com/office/drawing/2014/main" id="{1FA3D8D6-55A9-2CA2-7A80-E929074156F8}"/>
              </a:ext>
            </a:extLst>
          </p:cNvPr>
          <p:cNvSpPr>
            <a:spLocks noGrp="1"/>
          </p:cNvSpPr>
          <p:nvPr>
            <p:ph type="pic" idx="13"/>
          </p:nvPr>
        </p:nvSpPr>
        <p:spPr>
          <a:xfrm>
            <a:off x="1" y="3350274"/>
            <a:ext cx="5543896" cy="3171600"/>
          </a:xfrm>
        </p:spPr>
        <p:txBody>
          <a:bodyPr>
            <a:normAutofit/>
          </a:bodyPr>
          <a:lstStyle>
            <a:lvl1pPr marL="0" indent="0" algn="ctr">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z="1600"/>
              <a:t>Click icon to add picture</a:t>
            </a:r>
            <a:endParaRPr lang="en-GB" dirty="0"/>
          </a:p>
        </p:txBody>
      </p:sp>
      <p:sp>
        <p:nvSpPr>
          <p:cNvPr id="5" name="Date Placeholder 4">
            <a:extLst>
              <a:ext uri="{FF2B5EF4-FFF2-40B4-BE49-F238E27FC236}">
                <a16:creationId xmlns:a16="http://schemas.microsoft.com/office/drawing/2014/main" id="{273FA737-2DBE-5DBD-1565-E473AB8FC0EC}"/>
              </a:ext>
            </a:extLst>
          </p:cNvPr>
          <p:cNvSpPr>
            <a:spLocks noGrp="1"/>
          </p:cNvSpPr>
          <p:nvPr>
            <p:ph type="dt" sz="half" idx="14"/>
          </p:nvPr>
        </p:nvSpPr>
        <p:spPr/>
        <p:txBody>
          <a:bodyPr/>
          <a:lstStyle/>
          <a:p>
            <a:fld id="{0E434AD8-5D9E-374C-8A18-E8246521CF97}" type="datetime1">
              <a:rPr lang="sv-SE" smtClean="0"/>
              <a:t>2026-05-06</a:t>
            </a:fld>
            <a:endParaRPr lang="en-GB" dirty="0"/>
          </a:p>
        </p:txBody>
      </p:sp>
      <p:sp>
        <p:nvSpPr>
          <p:cNvPr id="6" name="Footer Placeholder 5">
            <a:extLst>
              <a:ext uri="{FF2B5EF4-FFF2-40B4-BE49-F238E27FC236}">
                <a16:creationId xmlns:a16="http://schemas.microsoft.com/office/drawing/2014/main" id="{140AFC14-5107-16B1-6381-BCB85C679ECB}"/>
              </a:ext>
            </a:extLst>
          </p:cNvPr>
          <p:cNvSpPr>
            <a:spLocks noGrp="1"/>
          </p:cNvSpPr>
          <p:nvPr>
            <p:ph type="ftr" sz="quarter" idx="15"/>
          </p:nvPr>
        </p:nvSpPr>
        <p:spPr/>
        <p:txBody>
          <a:bodyPr/>
          <a:lstStyle/>
          <a:p>
            <a:r>
              <a:rPr lang="en-GB"/>
              <a:t>YOUR DEPARTMENT NAME</a:t>
            </a:r>
            <a:endParaRPr lang="en-GB" dirty="0"/>
          </a:p>
        </p:txBody>
      </p:sp>
      <p:sp>
        <p:nvSpPr>
          <p:cNvPr id="7" name="Slide Number Placeholder 6">
            <a:extLst>
              <a:ext uri="{FF2B5EF4-FFF2-40B4-BE49-F238E27FC236}">
                <a16:creationId xmlns:a16="http://schemas.microsoft.com/office/drawing/2014/main" id="{EF4D57B3-B82C-44DD-258F-A234DE81EF28}"/>
              </a:ext>
            </a:extLst>
          </p:cNvPr>
          <p:cNvSpPr>
            <a:spLocks noGrp="1"/>
          </p:cNvSpPr>
          <p:nvPr>
            <p:ph type="sldNum" sz="quarter" idx="16"/>
          </p:nvPr>
        </p:nvSpPr>
        <p:spPr/>
        <p:txBody>
          <a:bodyPr/>
          <a:lstStyle/>
          <a:p>
            <a:fld id="{B3284CE9-EFAB-9F4B-868A-1F02DB69B64D}" type="slidenum">
              <a:rPr lang="en-GB" smtClean="0"/>
              <a:pPr/>
              <a:t>‹Nr.›</a:t>
            </a:fld>
            <a:endParaRPr lang="en-GB"/>
          </a:p>
        </p:txBody>
      </p:sp>
      <p:sp>
        <p:nvSpPr>
          <p:cNvPr id="8" name="Rectangle 7">
            <a:extLst>
              <a:ext uri="{FF2B5EF4-FFF2-40B4-BE49-F238E27FC236}">
                <a16:creationId xmlns:a16="http://schemas.microsoft.com/office/drawing/2014/main" id="{8A923979-3CBA-AA8D-6648-A49E5E3D5B23}"/>
              </a:ext>
            </a:extLst>
          </p:cNvPr>
          <p:cNvSpPr/>
          <p:nvPr userDrawn="1"/>
        </p:nvSpPr>
        <p:spPr>
          <a:xfrm>
            <a:off x="5880447" y="369182"/>
            <a:ext cx="46800" cy="669600"/>
          </a:xfrm>
          <a:prstGeom prst="rect">
            <a:avLst/>
          </a:prstGeom>
          <a:solidFill>
            <a:srgbClr val="FF8247"/>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err="1">
              <a:solidFill>
                <a:schemeClr val="tx1"/>
              </a:solidFill>
            </a:endParaRPr>
          </a:p>
        </p:txBody>
      </p:sp>
      <p:sp>
        <p:nvSpPr>
          <p:cNvPr id="11" name="Title 1">
            <a:extLst>
              <a:ext uri="{FF2B5EF4-FFF2-40B4-BE49-F238E27FC236}">
                <a16:creationId xmlns:a16="http://schemas.microsoft.com/office/drawing/2014/main" id="{0565FF08-C07A-F636-263C-773DE94EEA8F}"/>
              </a:ext>
            </a:extLst>
          </p:cNvPr>
          <p:cNvSpPr>
            <a:spLocks noGrp="1"/>
          </p:cNvSpPr>
          <p:nvPr>
            <p:ph type="title"/>
          </p:nvPr>
        </p:nvSpPr>
        <p:spPr>
          <a:xfrm>
            <a:off x="6101480" y="260350"/>
            <a:ext cx="5545137" cy="936625"/>
          </a:xfrm>
        </p:spPr>
        <p:txBody>
          <a:bodyPr anchor="ctr">
            <a:normAutofit/>
          </a:bodyPr>
          <a:lstStyle>
            <a:lvl1pPr>
              <a:defRPr sz="2800"/>
            </a:lvl1pPr>
          </a:lstStyle>
          <a:p>
            <a:r>
              <a:rPr lang="en-US"/>
              <a:t>Click to edit Master title style</a:t>
            </a:r>
            <a:endParaRPr lang="en-GB" dirty="0"/>
          </a:p>
        </p:txBody>
      </p:sp>
      <p:sp>
        <p:nvSpPr>
          <p:cNvPr id="12" name="Text Placeholder 3">
            <a:extLst>
              <a:ext uri="{FF2B5EF4-FFF2-40B4-BE49-F238E27FC236}">
                <a16:creationId xmlns:a16="http://schemas.microsoft.com/office/drawing/2014/main" id="{C9C18363-823D-77F9-919A-51B95E7C410D}"/>
              </a:ext>
            </a:extLst>
          </p:cNvPr>
          <p:cNvSpPr>
            <a:spLocks noGrp="1"/>
          </p:cNvSpPr>
          <p:nvPr>
            <p:ph type="body" sz="half" idx="2"/>
          </p:nvPr>
        </p:nvSpPr>
        <p:spPr>
          <a:xfrm>
            <a:off x="6101480" y="1275632"/>
            <a:ext cx="5545137" cy="4961656"/>
          </a:xfrm>
        </p:spPr>
        <p:txBody>
          <a:bodyPr>
            <a:normAutofit/>
          </a:bodyPr>
          <a:lstStyle>
            <a:lvl1pPr marL="182563" indent="-182563">
              <a:buFont typeface="Wingdings" pitchFamily="2" charset="2"/>
              <a:buChar char="§"/>
              <a:tabLst/>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7846277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Full screen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657925ED-3C6E-D2BC-524C-03F95AFD69F9}"/>
              </a:ext>
            </a:extLst>
          </p:cNvPr>
          <p:cNvSpPr>
            <a:spLocks noGrp="1"/>
          </p:cNvSpPr>
          <p:nvPr>
            <p:ph type="pic" sz="quarter" idx="13"/>
          </p:nvPr>
        </p:nvSpPr>
        <p:spPr>
          <a:xfrm>
            <a:off x="0" y="-1"/>
            <a:ext cx="12196800" cy="6521841"/>
          </a:xfrm>
        </p:spPr>
        <p:txBody>
          <a:bodyPr/>
          <a:lstStyle>
            <a:lvl1pPr marL="12700" indent="0" algn="ctr">
              <a:buNone/>
              <a:defRPr sz="1600"/>
            </a:lvl1pPr>
          </a:lstStyle>
          <a:p>
            <a:r>
              <a:rPr lang="en-US"/>
              <a:t>Click icon to add picture</a:t>
            </a:r>
            <a:endParaRPr lang="en-GB" dirty="0"/>
          </a:p>
        </p:txBody>
      </p:sp>
      <p:sp>
        <p:nvSpPr>
          <p:cNvPr id="2" name="Date Placeholder 1">
            <a:extLst>
              <a:ext uri="{FF2B5EF4-FFF2-40B4-BE49-F238E27FC236}">
                <a16:creationId xmlns:a16="http://schemas.microsoft.com/office/drawing/2014/main" id="{48A6EA2C-8811-28BF-A8D8-8A81FA6B20BE}"/>
              </a:ext>
            </a:extLst>
          </p:cNvPr>
          <p:cNvSpPr>
            <a:spLocks noGrp="1"/>
          </p:cNvSpPr>
          <p:nvPr>
            <p:ph type="dt" sz="half" idx="14"/>
          </p:nvPr>
        </p:nvSpPr>
        <p:spPr/>
        <p:txBody>
          <a:bodyPr/>
          <a:lstStyle/>
          <a:p>
            <a:fld id="{323C7BE1-67B9-5941-A9CD-FE6AEB98B9F2}" type="datetime1">
              <a:rPr lang="sv-SE" smtClean="0"/>
              <a:t>2026-05-06</a:t>
            </a:fld>
            <a:endParaRPr lang="en-GB" dirty="0"/>
          </a:p>
        </p:txBody>
      </p:sp>
      <p:sp>
        <p:nvSpPr>
          <p:cNvPr id="3" name="Footer Placeholder 2">
            <a:extLst>
              <a:ext uri="{FF2B5EF4-FFF2-40B4-BE49-F238E27FC236}">
                <a16:creationId xmlns:a16="http://schemas.microsoft.com/office/drawing/2014/main" id="{66F74CE5-7877-FF40-E2D2-D71BF90E9C3B}"/>
              </a:ext>
            </a:extLst>
          </p:cNvPr>
          <p:cNvSpPr>
            <a:spLocks noGrp="1"/>
          </p:cNvSpPr>
          <p:nvPr>
            <p:ph type="ftr" sz="quarter" idx="15"/>
          </p:nvPr>
        </p:nvSpPr>
        <p:spPr/>
        <p:txBody>
          <a:bodyPr/>
          <a:lstStyle/>
          <a:p>
            <a:r>
              <a:rPr lang="en-GB"/>
              <a:t>YOUR DEPARTMENT NAME</a:t>
            </a:r>
            <a:endParaRPr lang="en-GB" dirty="0"/>
          </a:p>
        </p:txBody>
      </p:sp>
      <p:sp>
        <p:nvSpPr>
          <p:cNvPr id="4" name="Slide Number Placeholder 3">
            <a:extLst>
              <a:ext uri="{FF2B5EF4-FFF2-40B4-BE49-F238E27FC236}">
                <a16:creationId xmlns:a16="http://schemas.microsoft.com/office/drawing/2014/main" id="{D6A08267-CE22-825F-FEB3-75D87DFB2D00}"/>
              </a:ext>
            </a:extLst>
          </p:cNvPr>
          <p:cNvSpPr>
            <a:spLocks noGrp="1"/>
          </p:cNvSpPr>
          <p:nvPr>
            <p:ph type="sldNum" sz="quarter" idx="16"/>
          </p:nvPr>
        </p:nvSpPr>
        <p:spPr/>
        <p:txBody>
          <a:bodyPr/>
          <a:lstStyle/>
          <a:p>
            <a:fld id="{B3284CE9-EFAB-9F4B-868A-1F02DB69B64D}" type="slidenum">
              <a:rPr lang="en-GB" smtClean="0"/>
              <a:pPr/>
              <a:t>‹Nr.›</a:t>
            </a:fld>
            <a:endParaRPr lang="en-GB"/>
          </a:p>
        </p:txBody>
      </p:sp>
    </p:spTree>
    <p:extLst>
      <p:ext uri="{BB962C8B-B14F-4D97-AF65-F5344CB8AC3E}">
        <p14:creationId xmlns:p14="http://schemas.microsoft.com/office/powerpoint/2010/main" val="23628282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Full screen image with caption">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657925ED-3C6E-D2BC-524C-03F95AFD69F9}"/>
              </a:ext>
            </a:extLst>
          </p:cNvPr>
          <p:cNvSpPr>
            <a:spLocks noGrp="1"/>
          </p:cNvSpPr>
          <p:nvPr>
            <p:ph type="pic" sz="quarter" idx="13"/>
          </p:nvPr>
        </p:nvSpPr>
        <p:spPr>
          <a:xfrm>
            <a:off x="0" y="0"/>
            <a:ext cx="12196800" cy="6528281"/>
          </a:xfrm>
        </p:spPr>
        <p:txBody>
          <a:bodyPr/>
          <a:lstStyle>
            <a:lvl1pPr marL="12700" indent="0" algn="ctr">
              <a:buNone/>
              <a:defRPr sz="1600"/>
            </a:lvl1pPr>
          </a:lstStyle>
          <a:p>
            <a:r>
              <a:rPr lang="en-US"/>
              <a:t>Click icon to add picture</a:t>
            </a:r>
            <a:endParaRPr lang="en-GB" dirty="0"/>
          </a:p>
        </p:txBody>
      </p:sp>
      <p:sp>
        <p:nvSpPr>
          <p:cNvPr id="2" name="Text Placeholder 12">
            <a:extLst>
              <a:ext uri="{FF2B5EF4-FFF2-40B4-BE49-F238E27FC236}">
                <a16:creationId xmlns:a16="http://schemas.microsoft.com/office/drawing/2014/main" id="{6B115ABF-A9C0-7083-19A9-0EA9F3539AE8}"/>
              </a:ext>
            </a:extLst>
          </p:cNvPr>
          <p:cNvSpPr>
            <a:spLocks noGrp="1"/>
          </p:cNvSpPr>
          <p:nvPr>
            <p:ph type="body" sz="quarter" idx="14" hasCustomPrompt="1"/>
          </p:nvPr>
        </p:nvSpPr>
        <p:spPr>
          <a:xfrm>
            <a:off x="8593742" y="2081338"/>
            <a:ext cx="2695324" cy="2695324"/>
          </a:xfrm>
          <a:prstGeom prst="rect">
            <a:avLst/>
          </a:prstGeom>
          <a:solidFill>
            <a:schemeClr val="bg2"/>
          </a:solidFill>
          <a:ln w="3175">
            <a:solidFill>
              <a:schemeClr val="tx1"/>
            </a:solidFill>
          </a:ln>
        </p:spPr>
        <p:txBody>
          <a:bodyPr lIns="288000" tIns="180000" rIns="180000" bIns="180000" anchor="ctr">
            <a:normAutofit/>
          </a:bodyPr>
          <a:lstStyle>
            <a:lvl1pPr marL="0" indent="0" algn="l">
              <a:spcBef>
                <a:spcPts val="0"/>
              </a:spcBef>
              <a:buNone/>
              <a:defRPr sz="2000" b="1">
                <a:solidFill>
                  <a:schemeClr val="tx1"/>
                </a:solidFill>
              </a:defRPr>
            </a:lvl1pPr>
          </a:lstStyle>
          <a:p>
            <a:pPr lvl="0"/>
            <a:r>
              <a:rPr lang="en-GB" noProof="0" dirty="0"/>
              <a:t>Click to add caption</a:t>
            </a:r>
          </a:p>
        </p:txBody>
      </p:sp>
      <p:sp>
        <p:nvSpPr>
          <p:cNvPr id="3" name="Date Placeholder 2">
            <a:extLst>
              <a:ext uri="{FF2B5EF4-FFF2-40B4-BE49-F238E27FC236}">
                <a16:creationId xmlns:a16="http://schemas.microsoft.com/office/drawing/2014/main" id="{8808CA53-CC97-961B-0FD8-0ACD9166C5B2}"/>
              </a:ext>
            </a:extLst>
          </p:cNvPr>
          <p:cNvSpPr>
            <a:spLocks noGrp="1"/>
          </p:cNvSpPr>
          <p:nvPr>
            <p:ph type="dt" sz="half" idx="15"/>
          </p:nvPr>
        </p:nvSpPr>
        <p:spPr/>
        <p:txBody>
          <a:bodyPr/>
          <a:lstStyle/>
          <a:p>
            <a:fld id="{323C7BE1-67B9-5941-A9CD-FE6AEB98B9F2}" type="datetime1">
              <a:rPr lang="sv-SE" smtClean="0"/>
              <a:t>2026-05-06</a:t>
            </a:fld>
            <a:endParaRPr lang="en-GB" dirty="0"/>
          </a:p>
        </p:txBody>
      </p:sp>
      <p:sp>
        <p:nvSpPr>
          <p:cNvPr id="6" name="Footer Placeholder 5">
            <a:extLst>
              <a:ext uri="{FF2B5EF4-FFF2-40B4-BE49-F238E27FC236}">
                <a16:creationId xmlns:a16="http://schemas.microsoft.com/office/drawing/2014/main" id="{2E4E3B6A-F6FA-DE48-9536-B04BF2E88240}"/>
              </a:ext>
            </a:extLst>
          </p:cNvPr>
          <p:cNvSpPr>
            <a:spLocks noGrp="1"/>
          </p:cNvSpPr>
          <p:nvPr>
            <p:ph type="ftr" sz="quarter" idx="16"/>
          </p:nvPr>
        </p:nvSpPr>
        <p:spPr/>
        <p:txBody>
          <a:bodyPr/>
          <a:lstStyle/>
          <a:p>
            <a:r>
              <a:rPr lang="en-GB"/>
              <a:t>YOUR DEPARTMENT NAME</a:t>
            </a:r>
            <a:endParaRPr lang="en-GB" dirty="0"/>
          </a:p>
        </p:txBody>
      </p:sp>
      <p:sp>
        <p:nvSpPr>
          <p:cNvPr id="8" name="Slide Number Placeholder 7">
            <a:extLst>
              <a:ext uri="{FF2B5EF4-FFF2-40B4-BE49-F238E27FC236}">
                <a16:creationId xmlns:a16="http://schemas.microsoft.com/office/drawing/2014/main" id="{6799A885-8538-4FC7-FC8F-139521DF98D8}"/>
              </a:ext>
            </a:extLst>
          </p:cNvPr>
          <p:cNvSpPr>
            <a:spLocks noGrp="1"/>
          </p:cNvSpPr>
          <p:nvPr>
            <p:ph type="sldNum" sz="quarter" idx="17"/>
          </p:nvPr>
        </p:nvSpPr>
        <p:spPr/>
        <p:txBody>
          <a:bodyPr/>
          <a:lstStyle/>
          <a:p>
            <a:fld id="{B3284CE9-EFAB-9F4B-868A-1F02DB69B64D}" type="slidenum">
              <a:rPr lang="en-GB" smtClean="0"/>
              <a:pPr/>
              <a:t>‹Nr.›</a:t>
            </a:fld>
            <a:endParaRPr lang="en-GB"/>
          </a:p>
        </p:txBody>
      </p:sp>
    </p:spTree>
    <p:extLst>
      <p:ext uri="{BB962C8B-B14F-4D97-AF65-F5344CB8AC3E}">
        <p14:creationId xmlns:p14="http://schemas.microsoft.com/office/powerpoint/2010/main" val="8387644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Full screen video">
    <p:spTree>
      <p:nvGrpSpPr>
        <p:cNvPr id="1" name=""/>
        <p:cNvGrpSpPr/>
        <p:nvPr/>
      </p:nvGrpSpPr>
      <p:grpSpPr>
        <a:xfrm>
          <a:off x="0" y="0"/>
          <a:ext cx="0" cy="0"/>
          <a:chOff x="0" y="0"/>
          <a:chExt cx="0" cy="0"/>
        </a:xfrm>
      </p:grpSpPr>
      <p:sp>
        <p:nvSpPr>
          <p:cNvPr id="6" name="Media Placeholder 5">
            <a:extLst>
              <a:ext uri="{FF2B5EF4-FFF2-40B4-BE49-F238E27FC236}">
                <a16:creationId xmlns:a16="http://schemas.microsoft.com/office/drawing/2014/main" id="{0D4C0260-5644-9528-63A7-842FE461CF19}"/>
              </a:ext>
            </a:extLst>
          </p:cNvPr>
          <p:cNvSpPr>
            <a:spLocks noGrp="1"/>
          </p:cNvSpPr>
          <p:nvPr>
            <p:ph type="media" sz="quarter" idx="13"/>
          </p:nvPr>
        </p:nvSpPr>
        <p:spPr>
          <a:xfrm>
            <a:off x="0" y="-1"/>
            <a:ext cx="12196800" cy="6509903"/>
          </a:xfrm>
        </p:spPr>
        <p:txBody>
          <a:bodyPr>
            <a:normAutofit/>
          </a:bodyPr>
          <a:lstStyle>
            <a:lvl1pPr marL="12700" indent="0" algn="ctr">
              <a:buNone/>
              <a:defRPr sz="1600"/>
            </a:lvl1pPr>
          </a:lstStyle>
          <a:p>
            <a:r>
              <a:rPr lang="en-US"/>
              <a:t>Click icon to add media</a:t>
            </a:r>
            <a:endParaRPr lang="en-GB" dirty="0"/>
          </a:p>
        </p:txBody>
      </p:sp>
      <p:sp>
        <p:nvSpPr>
          <p:cNvPr id="10" name="Date Placeholder 9">
            <a:extLst>
              <a:ext uri="{FF2B5EF4-FFF2-40B4-BE49-F238E27FC236}">
                <a16:creationId xmlns:a16="http://schemas.microsoft.com/office/drawing/2014/main" id="{F4FAC3A0-DEB5-81E3-A40F-7B264A0EA62C}"/>
              </a:ext>
            </a:extLst>
          </p:cNvPr>
          <p:cNvSpPr>
            <a:spLocks noGrp="1"/>
          </p:cNvSpPr>
          <p:nvPr>
            <p:ph type="dt" sz="half" idx="14"/>
          </p:nvPr>
        </p:nvSpPr>
        <p:spPr/>
        <p:txBody>
          <a:bodyPr/>
          <a:lstStyle/>
          <a:p>
            <a:fld id="{323C7BE1-67B9-5941-A9CD-FE6AEB98B9F2}" type="datetime1">
              <a:rPr lang="sv-SE" smtClean="0"/>
              <a:t>2026-05-06</a:t>
            </a:fld>
            <a:endParaRPr lang="en-GB" dirty="0"/>
          </a:p>
        </p:txBody>
      </p:sp>
      <p:sp>
        <p:nvSpPr>
          <p:cNvPr id="11" name="Footer Placeholder 10">
            <a:extLst>
              <a:ext uri="{FF2B5EF4-FFF2-40B4-BE49-F238E27FC236}">
                <a16:creationId xmlns:a16="http://schemas.microsoft.com/office/drawing/2014/main" id="{697A248D-9CAC-D4C1-95F6-10AE2AAB4361}"/>
              </a:ext>
            </a:extLst>
          </p:cNvPr>
          <p:cNvSpPr>
            <a:spLocks noGrp="1"/>
          </p:cNvSpPr>
          <p:nvPr>
            <p:ph type="ftr" sz="quarter" idx="15"/>
          </p:nvPr>
        </p:nvSpPr>
        <p:spPr/>
        <p:txBody>
          <a:bodyPr/>
          <a:lstStyle/>
          <a:p>
            <a:r>
              <a:rPr lang="en-GB"/>
              <a:t>YOUR DEPARTMENT NAME</a:t>
            </a:r>
            <a:endParaRPr lang="en-GB" dirty="0"/>
          </a:p>
        </p:txBody>
      </p:sp>
      <p:sp>
        <p:nvSpPr>
          <p:cNvPr id="12" name="Slide Number Placeholder 11">
            <a:extLst>
              <a:ext uri="{FF2B5EF4-FFF2-40B4-BE49-F238E27FC236}">
                <a16:creationId xmlns:a16="http://schemas.microsoft.com/office/drawing/2014/main" id="{4B962CC8-0D63-F763-E8E3-12A960029E23}"/>
              </a:ext>
            </a:extLst>
          </p:cNvPr>
          <p:cNvSpPr>
            <a:spLocks noGrp="1"/>
          </p:cNvSpPr>
          <p:nvPr>
            <p:ph type="sldNum" sz="quarter" idx="16"/>
          </p:nvPr>
        </p:nvSpPr>
        <p:spPr/>
        <p:txBody>
          <a:bodyPr/>
          <a:lstStyle/>
          <a:p>
            <a:fld id="{B3284CE9-EFAB-9F4B-868A-1F02DB69B64D}" type="slidenum">
              <a:rPr lang="en-GB" smtClean="0"/>
              <a:pPr/>
              <a:t>‹Nr.›</a:t>
            </a:fld>
            <a:endParaRPr lang="en-GB"/>
          </a:p>
        </p:txBody>
      </p:sp>
    </p:spTree>
    <p:extLst>
      <p:ext uri="{BB962C8B-B14F-4D97-AF65-F5344CB8AC3E}">
        <p14:creationId xmlns:p14="http://schemas.microsoft.com/office/powerpoint/2010/main" val="26669591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8BAE2B-5F51-714A-F072-07D331E278E8}"/>
              </a:ext>
            </a:extLst>
          </p:cNvPr>
          <p:cNvSpPr/>
          <p:nvPr userDrawn="1"/>
        </p:nvSpPr>
        <p:spPr>
          <a:xfrm>
            <a:off x="0" y="-2"/>
            <a:ext cx="3382596" cy="6519600"/>
          </a:xfrm>
          <a:prstGeom prst="rect">
            <a:avLst/>
          </a:prstGeom>
          <a:solidFill>
            <a:srgbClr val="0730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 Placeholder 3">
            <a:extLst>
              <a:ext uri="{FF2B5EF4-FFF2-40B4-BE49-F238E27FC236}">
                <a16:creationId xmlns:a16="http://schemas.microsoft.com/office/drawing/2014/main" id="{320F6472-22EE-CA2A-B6E6-E123E735E535}"/>
              </a:ext>
            </a:extLst>
          </p:cNvPr>
          <p:cNvSpPr>
            <a:spLocks noGrp="1"/>
          </p:cNvSpPr>
          <p:nvPr>
            <p:ph type="body" sz="half" idx="2"/>
          </p:nvPr>
        </p:nvSpPr>
        <p:spPr>
          <a:xfrm>
            <a:off x="6258811" y="914399"/>
            <a:ext cx="5040000" cy="4320000"/>
          </a:xfrm>
        </p:spPr>
        <p:txBody>
          <a:bodyPr anchor="ct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Picture Placeholder 9">
            <a:extLst>
              <a:ext uri="{FF2B5EF4-FFF2-40B4-BE49-F238E27FC236}">
                <a16:creationId xmlns:a16="http://schemas.microsoft.com/office/drawing/2014/main" id="{D0C78E44-7E6E-8C2A-B4A4-FDE78FA888E8}"/>
              </a:ext>
            </a:extLst>
          </p:cNvPr>
          <p:cNvSpPr>
            <a:spLocks noGrp="1" noChangeAspect="1"/>
          </p:cNvSpPr>
          <p:nvPr>
            <p:ph type="pic" sz="quarter" idx="13"/>
          </p:nvPr>
        </p:nvSpPr>
        <p:spPr>
          <a:xfrm>
            <a:off x="1206928" y="914399"/>
            <a:ext cx="4320000" cy="4320000"/>
          </a:xfrm>
        </p:spPr>
        <p:txBody>
          <a:bodyPr>
            <a:normAutofit/>
          </a:bodyPr>
          <a:lstStyle>
            <a:lvl1pPr marL="12700" indent="0" algn="ctr">
              <a:buNone/>
              <a:defRPr sz="1600"/>
            </a:lvl1pPr>
          </a:lstStyle>
          <a:p>
            <a:r>
              <a:rPr lang="en-US"/>
              <a:t>Click icon to add picture</a:t>
            </a:r>
            <a:endParaRPr lang="en-GB" dirty="0"/>
          </a:p>
        </p:txBody>
      </p:sp>
      <p:sp>
        <p:nvSpPr>
          <p:cNvPr id="12" name="Date Placeholder 11">
            <a:extLst>
              <a:ext uri="{FF2B5EF4-FFF2-40B4-BE49-F238E27FC236}">
                <a16:creationId xmlns:a16="http://schemas.microsoft.com/office/drawing/2014/main" id="{27BFBA75-9563-CD49-78F6-17396208D315}"/>
              </a:ext>
            </a:extLst>
          </p:cNvPr>
          <p:cNvSpPr>
            <a:spLocks noGrp="1"/>
          </p:cNvSpPr>
          <p:nvPr>
            <p:ph type="dt" sz="half" idx="14"/>
          </p:nvPr>
        </p:nvSpPr>
        <p:spPr/>
        <p:txBody>
          <a:bodyPr/>
          <a:lstStyle/>
          <a:p>
            <a:fld id="{323C7BE1-67B9-5941-A9CD-FE6AEB98B9F2}" type="datetime1">
              <a:rPr lang="sv-SE" smtClean="0"/>
              <a:t>2026-05-06</a:t>
            </a:fld>
            <a:endParaRPr lang="en-GB" dirty="0"/>
          </a:p>
        </p:txBody>
      </p:sp>
      <p:sp>
        <p:nvSpPr>
          <p:cNvPr id="13" name="Footer Placeholder 12">
            <a:extLst>
              <a:ext uri="{FF2B5EF4-FFF2-40B4-BE49-F238E27FC236}">
                <a16:creationId xmlns:a16="http://schemas.microsoft.com/office/drawing/2014/main" id="{1F3C2B7F-136C-8094-B869-51DE2127DE95}"/>
              </a:ext>
            </a:extLst>
          </p:cNvPr>
          <p:cNvSpPr>
            <a:spLocks noGrp="1"/>
          </p:cNvSpPr>
          <p:nvPr>
            <p:ph type="ftr" sz="quarter" idx="15"/>
          </p:nvPr>
        </p:nvSpPr>
        <p:spPr/>
        <p:txBody>
          <a:bodyPr/>
          <a:lstStyle/>
          <a:p>
            <a:r>
              <a:rPr lang="en-GB"/>
              <a:t>YOUR DEPARTMENT NAME</a:t>
            </a:r>
            <a:endParaRPr lang="en-GB" dirty="0"/>
          </a:p>
        </p:txBody>
      </p:sp>
      <p:sp>
        <p:nvSpPr>
          <p:cNvPr id="14" name="Slide Number Placeholder 13">
            <a:extLst>
              <a:ext uri="{FF2B5EF4-FFF2-40B4-BE49-F238E27FC236}">
                <a16:creationId xmlns:a16="http://schemas.microsoft.com/office/drawing/2014/main" id="{C3F89138-6400-A602-296E-AC8EDD4C493C}"/>
              </a:ext>
            </a:extLst>
          </p:cNvPr>
          <p:cNvSpPr>
            <a:spLocks noGrp="1"/>
          </p:cNvSpPr>
          <p:nvPr>
            <p:ph type="sldNum" sz="quarter" idx="16"/>
          </p:nvPr>
        </p:nvSpPr>
        <p:spPr/>
        <p:txBody>
          <a:bodyPr/>
          <a:lstStyle/>
          <a:p>
            <a:fld id="{B3284CE9-EFAB-9F4B-868A-1F02DB69B64D}" type="slidenum">
              <a:rPr lang="en-GB" smtClean="0"/>
              <a:pPr/>
              <a:t>‹Nr.›</a:t>
            </a:fld>
            <a:endParaRPr lang="en-GB"/>
          </a:p>
        </p:txBody>
      </p:sp>
    </p:spTree>
    <p:extLst>
      <p:ext uri="{BB962C8B-B14F-4D97-AF65-F5344CB8AC3E}">
        <p14:creationId xmlns:p14="http://schemas.microsoft.com/office/powerpoint/2010/main" val="26871138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aption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8BAE2B-5F51-714A-F072-07D331E278E8}"/>
              </a:ext>
            </a:extLst>
          </p:cNvPr>
          <p:cNvSpPr/>
          <p:nvPr userDrawn="1"/>
        </p:nvSpPr>
        <p:spPr>
          <a:xfrm>
            <a:off x="8809404" y="6347"/>
            <a:ext cx="3382596" cy="6519600"/>
          </a:xfrm>
          <a:prstGeom prst="rect">
            <a:avLst/>
          </a:prstGeom>
          <a:solidFill>
            <a:srgbClr val="0730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 Placeholder 3">
            <a:extLst>
              <a:ext uri="{FF2B5EF4-FFF2-40B4-BE49-F238E27FC236}">
                <a16:creationId xmlns:a16="http://schemas.microsoft.com/office/drawing/2014/main" id="{320F6472-22EE-CA2A-B6E6-E123E735E535}"/>
              </a:ext>
            </a:extLst>
          </p:cNvPr>
          <p:cNvSpPr>
            <a:spLocks noGrp="1"/>
          </p:cNvSpPr>
          <p:nvPr>
            <p:ph type="body" sz="half" idx="2"/>
          </p:nvPr>
        </p:nvSpPr>
        <p:spPr>
          <a:xfrm>
            <a:off x="1217339" y="914399"/>
            <a:ext cx="5040000" cy="4320000"/>
          </a:xfrm>
        </p:spPr>
        <p:txBody>
          <a:bodyPr anchor="ct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Picture Placeholder 9">
            <a:extLst>
              <a:ext uri="{FF2B5EF4-FFF2-40B4-BE49-F238E27FC236}">
                <a16:creationId xmlns:a16="http://schemas.microsoft.com/office/drawing/2014/main" id="{D0C78E44-7E6E-8C2A-B4A4-FDE78FA888E8}"/>
              </a:ext>
            </a:extLst>
          </p:cNvPr>
          <p:cNvSpPr>
            <a:spLocks noGrp="1" noChangeAspect="1"/>
          </p:cNvSpPr>
          <p:nvPr>
            <p:ph type="pic" sz="quarter" idx="13"/>
          </p:nvPr>
        </p:nvSpPr>
        <p:spPr>
          <a:xfrm>
            <a:off x="6833028" y="914399"/>
            <a:ext cx="4320000" cy="4320000"/>
          </a:xfrm>
        </p:spPr>
        <p:txBody>
          <a:bodyPr>
            <a:normAutofit/>
          </a:bodyPr>
          <a:lstStyle>
            <a:lvl1pPr marL="12700" indent="0" algn="ctr">
              <a:buNone/>
              <a:defRPr sz="1600"/>
            </a:lvl1pPr>
          </a:lstStyle>
          <a:p>
            <a:r>
              <a:rPr lang="en-US"/>
              <a:t>Click icon to add picture</a:t>
            </a:r>
            <a:endParaRPr lang="en-GB" dirty="0"/>
          </a:p>
        </p:txBody>
      </p:sp>
      <p:sp>
        <p:nvSpPr>
          <p:cNvPr id="12" name="Date Placeholder 11">
            <a:extLst>
              <a:ext uri="{FF2B5EF4-FFF2-40B4-BE49-F238E27FC236}">
                <a16:creationId xmlns:a16="http://schemas.microsoft.com/office/drawing/2014/main" id="{4FFF6DAF-C0AF-40A8-3958-856CA5A823EF}"/>
              </a:ext>
            </a:extLst>
          </p:cNvPr>
          <p:cNvSpPr>
            <a:spLocks noGrp="1"/>
          </p:cNvSpPr>
          <p:nvPr>
            <p:ph type="dt" sz="half" idx="14"/>
          </p:nvPr>
        </p:nvSpPr>
        <p:spPr/>
        <p:txBody>
          <a:bodyPr/>
          <a:lstStyle/>
          <a:p>
            <a:fld id="{323C7BE1-67B9-5941-A9CD-FE6AEB98B9F2}" type="datetime1">
              <a:rPr lang="sv-SE" smtClean="0"/>
              <a:t>2026-05-06</a:t>
            </a:fld>
            <a:endParaRPr lang="en-GB" dirty="0"/>
          </a:p>
        </p:txBody>
      </p:sp>
      <p:sp>
        <p:nvSpPr>
          <p:cNvPr id="13" name="Footer Placeholder 12">
            <a:extLst>
              <a:ext uri="{FF2B5EF4-FFF2-40B4-BE49-F238E27FC236}">
                <a16:creationId xmlns:a16="http://schemas.microsoft.com/office/drawing/2014/main" id="{A0125F47-D166-BAD6-B865-3108D4817CF4}"/>
              </a:ext>
            </a:extLst>
          </p:cNvPr>
          <p:cNvSpPr>
            <a:spLocks noGrp="1"/>
          </p:cNvSpPr>
          <p:nvPr>
            <p:ph type="ftr" sz="quarter" idx="15"/>
          </p:nvPr>
        </p:nvSpPr>
        <p:spPr/>
        <p:txBody>
          <a:bodyPr/>
          <a:lstStyle/>
          <a:p>
            <a:r>
              <a:rPr lang="en-GB"/>
              <a:t>YOUR DEPARTMENT NAME</a:t>
            </a:r>
            <a:endParaRPr lang="en-GB" dirty="0"/>
          </a:p>
        </p:txBody>
      </p:sp>
      <p:sp>
        <p:nvSpPr>
          <p:cNvPr id="14" name="Slide Number Placeholder 13">
            <a:extLst>
              <a:ext uri="{FF2B5EF4-FFF2-40B4-BE49-F238E27FC236}">
                <a16:creationId xmlns:a16="http://schemas.microsoft.com/office/drawing/2014/main" id="{AD2AC487-007D-25B7-0E2D-E50276DC8D79}"/>
              </a:ext>
            </a:extLst>
          </p:cNvPr>
          <p:cNvSpPr>
            <a:spLocks noGrp="1"/>
          </p:cNvSpPr>
          <p:nvPr>
            <p:ph type="sldNum" sz="quarter" idx="16"/>
          </p:nvPr>
        </p:nvSpPr>
        <p:spPr/>
        <p:txBody>
          <a:bodyPr/>
          <a:lstStyle/>
          <a:p>
            <a:fld id="{B3284CE9-EFAB-9F4B-868A-1F02DB69B64D}" type="slidenum">
              <a:rPr lang="en-GB" smtClean="0"/>
              <a:pPr/>
              <a:t>‹Nr.›</a:t>
            </a:fld>
            <a:endParaRPr lang="en-GB"/>
          </a:p>
        </p:txBody>
      </p:sp>
    </p:spTree>
    <p:extLst>
      <p:ext uri="{BB962C8B-B14F-4D97-AF65-F5344CB8AC3E}">
        <p14:creationId xmlns:p14="http://schemas.microsoft.com/office/powerpoint/2010/main" val="28205604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images and optional captions">
    <p:spTree>
      <p:nvGrpSpPr>
        <p:cNvPr id="1" name=""/>
        <p:cNvGrpSpPr/>
        <p:nvPr/>
      </p:nvGrpSpPr>
      <p:grpSpPr>
        <a:xfrm>
          <a:off x="0" y="0"/>
          <a:ext cx="0" cy="0"/>
          <a:chOff x="0" y="0"/>
          <a:chExt cx="0" cy="0"/>
        </a:xfrm>
      </p:grpSpPr>
      <p:sp>
        <p:nvSpPr>
          <p:cNvPr id="6" name="Picture Placeholder 13">
            <a:extLst>
              <a:ext uri="{FF2B5EF4-FFF2-40B4-BE49-F238E27FC236}">
                <a16:creationId xmlns:a16="http://schemas.microsoft.com/office/drawing/2014/main" id="{6F69CA18-3328-A347-11DC-55778274B577}"/>
              </a:ext>
            </a:extLst>
          </p:cNvPr>
          <p:cNvSpPr>
            <a:spLocks noGrp="1"/>
          </p:cNvSpPr>
          <p:nvPr>
            <p:ph type="pic" sz="quarter" idx="13"/>
          </p:nvPr>
        </p:nvSpPr>
        <p:spPr>
          <a:xfrm>
            <a:off x="-33786" y="-1166"/>
            <a:ext cx="4095891" cy="3238029"/>
          </a:xfrm>
        </p:spPr>
        <p:txBody>
          <a:bodyPr/>
          <a:lstStyle>
            <a:lvl1pPr marL="9525" indent="0" algn="ctr">
              <a:buNone/>
              <a:defRPr/>
            </a:lvl1pPr>
          </a:lstStyle>
          <a:p>
            <a:r>
              <a:rPr lang="en-US"/>
              <a:t>Click icon to add picture</a:t>
            </a:r>
            <a:endParaRPr lang="en-GB" dirty="0"/>
          </a:p>
        </p:txBody>
      </p:sp>
      <p:sp>
        <p:nvSpPr>
          <p:cNvPr id="8" name="Picture Placeholder 15">
            <a:extLst>
              <a:ext uri="{FF2B5EF4-FFF2-40B4-BE49-F238E27FC236}">
                <a16:creationId xmlns:a16="http://schemas.microsoft.com/office/drawing/2014/main" id="{E5BE8E48-2656-2130-6E37-59A8BEDD62C7}"/>
              </a:ext>
            </a:extLst>
          </p:cNvPr>
          <p:cNvSpPr>
            <a:spLocks noGrp="1"/>
          </p:cNvSpPr>
          <p:nvPr>
            <p:ph type="pic" sz="quarter" idx="15"/>
          </p:nvPr>
        </p:nvSpPr>
        <p:spPr>
          <a:xfrm>
            <a:off x="4065421" y="3236400"/>
            <a:ext cx="4095891" cy="3288637"/>
          </a:xfrm>
        </p:spPr>
        <p:txBody>
          <a:bodyPr/>
          <a:lstStyle>
            <a:lvl1pPr marL="9525" indent="0" algn="ctr">
              <a:buNone/>
              <a:defRPr/>
            </a:lvl1pPr>
          </a:lstStyle>
          <a:p>
            <a:r>
              <a:rPr lang="en-US"/>
              <a:t>Click icon to add picture</a:t>
            </a:r>
            <a:endParaRPr lang="en-GB" dirty="0"/>
          </a:p>
        </p:txBody>
      </p:sp>
      <p:sp>
        <p:nvSpPr>
          <p:cNvPr id="9" name="Text Placeholder 8">
            <a:extLst>
              <a:ext uri="{FF2B5EF4-FFF2-40B4-BE49-F238E27FC236}">
                <a16:creationId xmlns:a16="http://schemas.microsoft.com/office/drawing/2014/main" id="{1A7A2150-C250-CE83-91C1-D92490477C90}"/>
              </a:ext>
            </a:extLst>
          </p:cNvPr>
          <p:cNvSpPr>
            <a:spLocks noGrp="1"/>
          </p:cNvSpPr>
          <p:nvPr>
            <p:ph type="body" sz="quarter" idx="16" hasCustomPrompt="1"/>
          </p:nvPr>
        </p:nvSpPr>
        <p:spPr>
          <a:xfrm>
            <a:off x="304800" y="3721100"/>
            <a:ext cx="3429000" cy="2263775"/>
          </a:xfrm>
        </p:spPr>
        <p:txBody>
          <a:bodyPr anchor="ctr"/>
          <a:lstStyle>
            <a:lvl1pPr marL="9525" indent="0">
              <a:buNone/>
              <a:defRPr>
                <a:solidFill>
                  <a:schemeClr val="tx1"/>
                </a:solidFill>
              </a:defRPr>
            </a:lvl1pPr>
          </a:lstStyle>
          <a:p>
            <a:pPr lvl="0"/>
            <a:r>
              <a:rPr lang="en-GB" dirty="0"/>
              <a:t>Click to add caption</a:t>
            </a:r>
          </a:p>
        </p:txBody>
      </p:sp>
      <p:sp>
        <p:nvSpPr>
          <p:cNvPr id="10" name="Text Placeholder 8">
            <a:extLst>
              <a:ext uri="{FF2B5EF4-FFF2-40B4-BE49-F238E27FC236}">
                <a16:creationId xmlns:a16="http://schemas.microsoft.com/office/drawing/2014/main" id="{6A3B713F-E701-D6A1-8E72-915E63655B5D}"/>
              </a:ext>
            </a:extLst>
          </p:cNvPr>
          <p:cNvSpPr>
            <a:spLocks noGrp="1"/>
          </p:cNvSpPr>
          <p:nvPr>
            <p:ph type="body" sz="quarter" idx="17" hasCustomPrompt="1"/>
          </p:nvPr>
        </p:nvSpPr>
        <p:spPr>
          <a:xfrm>
            <a:off x="8457406" y="3727450"/>
            <a:ext cx="3429000" cy="2257425"/>
          </a:xfrm>
        </p:spPr>
        <p:txBody>
          <a:bodyPr anchor="ctr"/>
          <a:lstStyle>
            <a:lvl1pPr marL="9525" indent="0">
              <a:buNone/>
              <a:defRPr>
                <a:solidFill>
                  <a:schemeClr val="tx1"/>
                </a:solidFill>
              </a:defRPr>
            </a:lvl1pPr>
          </a:lstStyle>
          <a:p>
            <a:pPr lvl="0"/>
            <a:r>
              <a:rPr lang="en-GB" dirty="0"/>
              <a:t>Click to add caption</a:t>
            </a:r>
          </a:p>
        </p:txBody>
      </p:sp>
      <p:sp>
        <p:nvSpPr>
          <p:cNvPr id="11" name="Text Placeholder 8">
            <a:extLst>
              <a:ext uri="{FF2B5EF4-FFF2-40B4-BE49-F238E27FC236}">
                <a16:creationId xmlns:a16="http://schemas.microsoft.com/office/drawing/2014/main" id="{2F0D6170-BC29-7A3F-CF6A-44083A5C021F}"/>
              </a:ext>
            </a:extLst>
          </p:cNvPr>
          <p:cNvSpPr>
            <a:spLocks noGrp="1"/>
          </p:cNvSpPr>
          <p:nvPr>
            <p:ph type="body" sz="quarter" idx="18" hasCustomPrompt="1"/>
          </p:nvPr>
        </p:nvSpPr>
        <p:spPr>
          <a:xfrm>
            <a:off x="4392314" y="489838"/>
            <a:ext cx="3429000" cy="2273300"/>
          </a:xfrm>
        </p:spPr>
        <p:txBody>
          <a:bodyPr anchor="ctr"/>
          <a:lstStyle>
            <a:lvl1pPr marL="9525" indent="0">
              <a:buNone/>
              <a:defRPr>
                <a:solidFill>
                  <a:schemeClr val="tx1"/>
                </a:solidFill>
              </a:defRPr>
            </a:lvl1pPr>
          </a:lstStyle>
          <a:p>
            <a:pPr lvl="0"/>
            <a:r>
              <a:rPr lang="en-GB" dirty="0"/>
              <a:t>Click to add caption</a:t>
            </a:r>
          </a:p>
        </p:txBody>
      </p:sp>
      <p:sp>
        <p:nvSpPr>
          <p:cNvPr id="2" name="Rectangle 1">
            <a:extLst>
              <a:ext uri="{FF2B5EF4-FFF2-40B4-BE49-F238E27FC236}">
                <a16:creationId xmlns:a16="http://schemas.microsoft.com/office/drawing/2014/main" id="{8770D245-3F42-680B-A43E-8176BB0F0345}"/>
              </a:ext>
            </a:extLst>
          </p:cNvPr>
          <p:cNvSpPr/>
          <p:nvPr userDrawn="1"/>
        </p:nvSpPr>
        <p:spPr>
          <a:xfrm>
            <a:off x="-1893241" y="-17927"/>
            <a:ext cx="1742712" cy="6507627"/>
          </a:xfrm>
          <a:prstGeom prst="rect">
            <a:avLst/>
          </a:prstGeom>
          <a:solidFill>
            <a:srgbClr val="FFFCDB"/>
          </a:solidFill>
          <a:ln>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80000" tIns="180000" rIns="144000" rtlCol="0" anchor="t"/>
          <a:lstStyle/>
          <a:p>
            <a:pPr algn="l"/>
            <a:r>
              <a:rPr lang="en-GB" sz="1200" b="1" dirty="0">
                <a:solidFill>
                  <a:srgbClr val="1A1918"/>
                </a:solidFill>
              </a:rPr>
              <a:t>LAYOUT GUIDE</a:t>
            </a:r>
          </a:p>
          <a:p>
            <a:pPr algn="l"/>
            <a:endParaRPr lang="en-GB" sz="1200" dirty="0">
              <a:solidFill>
                <a:srgbClr val="1A1918"/>
              </a:solidFill>
            </a:endParaRPr>
          </a:p>
          <a:p>
            <a:pPr algn="l"/>
            <a:r>
              <a:rPr lang="en-GB" sz="1200" dirty="0">
                <a:solidFill>
                  <a:srgbClr val="1A1918"/>
                </a:solidFill>
              </a:rPr>
              <a:t>In editing mode, the pictures can appear as though they aren’t placed precisely.  It only appears that way when you are adding content, so don’t adjust your pictures. When in presentation mode, the pictures should appear correctly.</a:t>
            </a:r>
          </a:p>
          <a:p>
            <a:pPr algn="l"/>
            <a:endParaRPr lang="en-GB" sz="1200" dirty="0">
              <a:solidFill>
                <a:srgbClr val="1A1918"/>
              </a:solidFill>
            </a:endParaRPr>
          </a:p>
          <a:p>
            <a:pPr algn="l"/>
            <a:r>
              <a:rPr lang="en-GB" sz="1200" dirty="0">
                <a:solidFill>
                  <a:srgbClr val="1A1918"/>
                </a:solidFill>
              </a:rPr>
              <a:t>In this slide, you can choose to add captions or leave the caption boxes blank.  </a:t>
            </a:r>
          </a:p>
          <a:p>
            <a:pPr algn="l"/>
            <a:endParaRPr lang="en-GB" sz="1200" dirty="0">
              <a:solidFill>
                <a:srgbClr val="1A1918"/>
              </a:solidFill>
            </a:endParaRPr>
          </a:p>
          <a:p>
            <a:pPr algn="l"/>
            <a:r>
              <a:rPr lang="en-GB" sz="1200" dirty="0">
                <a:solidFill>
                  <a:srgbClr val="1A1918"/>
                </a:solidFill>
              </a:rPr>
              <a:t>Be sure to include three (3) images. If you have only 1 or 2 images, it is best to use a different slide layout. Choose one that is more appropriate.</a:t>
            </a:r>
          </a:p>
          <a:p>
            <a:pPr algn="l"/>
            <a:endParaRPr lang="en-GB" sz="1200" dirty="0">
              <a:solidFill>
                <a:schemeClr val="tx1"/>
              </a:solidFill>
            </a:endParaRPr>
          </a:p>
          <a:p>
            <a:pPr algn="l"/>
            <a:r>
              <a:rPr lang="en-GB" sz="1200" dirty="0">
                <a:solidFill>
                  <a:schemeClr val="accent5">
                    <a:lumMod val="40000"/>
                    <a:lumOff val="60000"/>
                  </a:schemeClr>
                </a:solidFill>
              </a:rPr>
              <a:t>--------------</a:t>
            </a:r>
          </a:p>
          <a:p>
            <a:pPr algn="l"/>
            <a:r>
              <a:rPr lang="en-GB" sz="1050" i="1" dirty="0">
                <a:solidFill>
                  <a:srgbClr val="767776"/>
                </a:solidFill>
              </a:rPr>
              <a:t>This info box will not appear when you present your slide.</a:t>
            </a:r>
          </a:p>
          <a:p>
            <a:pPr algn="l"/>
            <a:endParaRPr lang="en-GB" sz="1200" dirty="0">
              <a:solidFill>
                <a:schemeClr val="tx1"/>
              </a:solidFill>
            </a:endParaRPr>
          </a:p>
        </p:txBody>
      </p:sp>
      <p:sp>
        <p:nvSpPr>
          <p:cNvPr id="3" name="Picture Placeholder 13">
            <a:extLst>
              <a:ext uri="{FF2B5EF4-FFF2-40B4-BE49-F238E27FC236}">
                <a16:creationId xmlns:a16="http://schemas.microsoft.com/office/drawing/2014/main" id="{CC67E274-FB86-0A25-9742-F55895BA826C}"/>
              </a:ext>
            </a:extLst>
          </p:cNvPr>
          <p:cNvSpPr>
            <a:spLocks noGrp="1"/>
          </p:cNvSpPr>
          <p:nvPr>
            <p:ph type="pic" sz="quarter" idx="19"/>
          </p:nvPr>
        </p:nvSpPr>
        <p:spPr>
          <a:xfrm>
            <a:off x="8156730" y="-1629"/>
            <a:ext cx="4035270" cy="3238029"/>
          </a:xfrm>
        </p:spPr>
        <p:txBody>
          <a:bodyPr/>
          <a:lstStyle>
            <a:lvl1pPr marL="9525" indent="0" algn="ctr">
              <a:buNone/>
              <a:defRPr/>
            </a:lvl1pPr>
          </a:lstStyle>
          <a:p>
            <a:r>
              <a:rPr lang="en-US"/>
              <a:t>Click icon to add picture</a:t>
            </a:r>
            <a:endParaRPr lang="en-GB" dirty="0"/>
          </a:p>
        </p:txBody>
      </p:sp>
      <p:sp>
        <p:nvSpPr>
          <p:cNvPr id="12" name="Date Placeholder 11">
            <a:extLst>
              <a:ext uri="{FF2B5EF4-FFF2-40B4-BE49-F238E27FC236}">
                <a16:creationId xmlns:a16="http://schemas.microsoft.com/office/drawing/2014/main" id="{F7E65674-5A50-39EA-71D7-E3FD26295710}"/>
              </a:ext>
            </a:extLst>
          </p:cNvPr>
          <p:cNvSpPr>
            <a:spLocks noGrp="1"/>
          </p:cNvSpPr>
          <p:nvPr>
            <p:ph type="dt" sz="half" idx="20"/>
          </p:nvPr>
        </p:nvSpPr>
        <p:spPr/>
        <p:txBody>
          <a:bodyPr/>
          <a:lstStyle/>
          <a:p>
            <a:fld id="{323C7BE1-67B9-5941-A9CD-FE6AEB98B9F2}" type="datetime1">
              <a:rPr lang="sv-SE" smtClean="0"/>
              <a:t>2026-05-06</a:t>
            </a:fld>
            <a:endParaRPr lang="en-GB" dirty="0"/>
          </a:p>
        </p:txBody>
      </p:sp>
      <p:sp>
        <p:nvSpPr>
          <p:cNvPr id="13" name="Footer Placeholder 12">
            <a:extLst>
              <a:ext uri="{FF2B5EF4-FFF2-40B4-BE49-F238E27FC236}">
                <a16:creationId xmlns:a16="http://schemas.microsoft.com/office/drawing/2014/main" id="{B027A699-072B-5D4A-1D69-D9D202C921A4}"/>
              </a:ext>
            </a:extLst>
          </p:cNvPr>
          <p:cNvSpPr>
            <a:spLocks noGrp="1"/>
          </p:cNvSpPr>
          <p:nvPr>
            <p:ph type="ftr" sz="quarter" idx="21"/>
          </p:nvPr>
        </p:nvSpPr>
        <p:spPr/>
        <p:txBody>
          <a:bodyPr/>
          <a:lstStyle/>
          <a:p>
            <a:r>
              <a:rPr lang="en-GB"/>
              <a:t>YOUR DEPARTMENT NAME</a:t>
            </a:r>
            <a:endParaRPr lang="en-GB" dirty="0"/>
          </a:p>
        </p:txBody>
      </p:sp>
      <p:sp>
        <p:nvSpPr>
          <p:cNvPr id="14" name="Slide Number Placeholder 13">
            <a:extLst>
              <a:ext uri="{FF2B5EF4-FFF2-40B4-BE49-F238E27FC236}">
                <a16:creationId xmlns:a16="http://schemas.microsoft.com/office/drawing/2014/main" id="{34C0C586-2FD3-6695-27E5-C90A61567C8F}"/>
              </a:ext>
            </a:extLst>
          </p:cNvPr>
          <p:cNvSpPr>
            <a:spLocks noGrp="1"/>
          </p:cNvSpPr>
          <p:nvPr>
            <p:ph type="sldNum" sz="quarter" idx="22"/>
          </p:nvPr>
        </p:nvSpPr>
        <p:spPr/>
        <p:txBody>
          <a:bodyPr/>
          <a:lstStyle/>
          <a:p>
            <a:fld id="{B3284CE9-EFAB-9F4B-868A-1F02DB69B64D}" type="slidenum">
              <a:rPr lang="en-GB" smtClean="0"/>
              <a:pPr/>
              <a:t>‹Nr.›</a:t>
            </a:fld>
            <a:endParaRPr lang="en-GB"/>
          </a:p>
        </p:txBody>
      </p:sp>
    </p:spTree>
    <p:extLst>
      <p:ext uri="{BB962C8B-B14F-4D97-AF65-F5344CB8AC3E}">
        <p14:creationId xmlns:p14="http://schemas.microsoft.com/office/powerpoint/2010/main" val="25044488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Landscape image, title, caption">
    <p:spTree>
      <p:nvGrpSpPr>
        <p:cNvPr id="1" name=""/>
        <p:cNvGrpSpPr/>
        <p:nvPr/>
      </p:nvGrpSpPr>
      <p:grpSpPr>
        <a:xfrm>
          <a:off x="0" y="0"/>
          <a:ext cx="0" cy="0"/>
          <a:chOff x="0" y="0"/>
          <a:chExt cx="0" cy="0"/>
        </a:xfrm>
      </p:grpSpPr>
      <p:sp>
        <p:nvSpPr>
          <p:cNvPr id="6" name="Triangle 5">
            <a:extLst>
              <a:ext uri="{FF2B5EF4-FFF2-40B4-BE49-F238E27FC236}">
                <a16:creationId xmlns:a16="http://schemas.microsoft.com/office/drawing/2014/main" id="{EDC78CFC-CD70-E804-BB45-675971F11D39}"/>
              </a:ext>
            </a:extLst>
          </p:cNvPr>
          <p:cNvSpPr/>
          <p:nvPr/>
        </p:nvSpPr>
        <p:spPr>
          <a:xfrm rot="5400000">
            <a:off x="-904407" y="3937395"/>
            <a:ext cx="3466456" cy="1674965"/>
          </a:xfrm>
          <a:prstGeom prst="triangle">
            <a:avLst>
              <a:gd name="adj" fmla="val 49007"/>
            </a:avLst>
          </a:prstGeom>
          <a:solidFill>
            <a:srgbClr val="0730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1200"/>
              </a:spcBef>
            </a:pPr>
            <a:endParaRPr lang="en-GB" dirty="0">
              <a:solidFill>
                <a:schemeClr val="tx1"/>
              </a:solidFill>
            </a:endParaRPr>
          </a:p>
        </p:txBody>
      </p:sp>
      <p:sp>
        <p:nvSpPr>
          <p:cNvPr id="2" name="Title 1">
            <a:extLst>
              <a:ext uri="{FF2B5EF4-FFF2-40B4-BE49-F238E27FC236}">
                <a16:creationId xmlns:a16="http://schemas.microsoft.com/office/drawing/2014/main" id="{CAF2ED04-E1F5-06BB-39B0-7260A5F363AB}"/>
              </a:ext>
            </a:extLst>
          </p:cNvPr>
          <p:cNvSpPr>
            <a:spLocks noGrp="1"/>
          </p:cNvSpPr>
          <p:nvPr>
            <p:ph type="title"/>
          </p:nvPr>
        </p:nvSpPr>
        <p:spPr>
          <a:xfrm>
            <a:off x="550864" y="3428998"/>
            <a:ext cx="4154951" cy="2808289"/>
          </a:xfrm>
        </p:spPr>
        <p:txBody>
          <a:bodyPr/>
          <a:lstStyle/>
          <a:p>
            <a:r>
              <a:rPr lang="en-US"/>
              <a:t>Click to edit Master title style</a:t>
            </a:r>
            <a:endParaRPr lang="en-GB"/>
          </a:p>
        </p:txBody>
      </p:sp>
      <p:sp>
        <p:nvSpPr>
          <p:cNvPr id="7" name="Picture Placeholder 5">
            <a:extLst>
              <a:ext uri="{FF2B5EF4-FFF2-40B4-BE49-F238E27FC236}">
                <a16:creationId xmlns:a16="http://schemas.microsoft.com/office/drawing/2014/main" id="{1AE545AD-7B81-261B-9960-D8D16AEC2741}"/>
              </a:ext>
            </a:extLst>
          </p:cNvPr>
          <p:cNvSpPr>
            <a:spLocks noGrp="1"/>
          </p:cNvSpPr>
          <p:nvPr>
            <p:ph type="pic" sz="quarter" idx="13"/>
          </p:nvPr>
        </p:nvSpPr>
        <p:spPr>
          <a:xfrm>
            <a:off x="0" y="0"/>
            <a:ext cx="12192000" cy="3041650"/>
          </a:xfrm>
        </p:spPr>
        <p:txBody>
          <a:bodyPr/>
          <a:lstStyle>
            <a:lvl1pPr marL="9525" indent="0" algn="ctr">
              <a:buNone/>
              <a:defRPr/>
            </a:lvl1pPr>
          </a:lstStyle>
          <a:p>
            <a:r>
              <a:rPr lang="en-US"/>
              <a:t>Click icon to add picture</a:t>
            </a:r>
            <a:endParaRPr lang="en-GB" dirty="0"/>
          </a:p>
        </p:txBody>
      </p:sp>
      <p:sp>
        <p:nvSpPr>
          <p:cNvPr id="8" name="Text Placeholder 8">
            <a:extLst>
              <a:ext uri="{FF2B5EF4-FFF2-40B4-BE49-F238E27FC236}">
                <a16:creationId xmlns:a16="http://schemas.microsoft.com/office/drawing/2014/main" id="{84F37C8A-BC83-A6DE-1924-F82829270B10}"/>
              </a:ext>
            </a:extLst>
          </p:cNvPr>
          <p:cNvSpPr>
            <a:spLocks noGrp="1"/>
          </p:cNvSpPr>
          <p:nvPr>
            <p:ph type="body" sz="quarter" idx="14" hasCustomPrompt="1"/>
          </p:nvPr>
        </p:nvSpPr>
        <p:spPr>
          <a:xfrm>
            <a:off x="5363737" y="3428998"/>
            <a:ext cx="6277399" cy="2808289"/>
          </a:xfrm>
        </p:spPr>
        <p:txBody>
          <a:bodyPr anchor="t"/>
          <a:lstStyle>
            <a:lvl1pPr marL="9525" indent="0">
              <a:buNone/>
              <a:defRPr/>
            </a:lvl1pPr>
          </a:lstStyle>
          <a:p>
            <a:pPr lvl="0"/>
            <a:r>
              <a:rPr lang="en-GB" dirty="0"/>
              <a:t>Click to add caption</a:t>
            </a:r>
          </a:p>
        </p:txBody>
      </p:sp>
      <p:sp>
        <p:nvSpPr>
          <p:cNvPr id="9" name="Date Placeholder 8">
            <a:extLst>
              <a:ext uri="{FF2B5EF4-FFF2-40B4-BE49-F238E27FC236}">
                <a16:creationId xmlns:a16="http://schemas.microsoft.com/office/drawing/2014/main" id="{B618CFDF-100C-360A-BF5A-F2DCBC091A1B}"/>
              </a:ext>
            </a:extLst>
          </p:cNvPr>
          <p:cNvSpPr>
            <a:spLocks noGrp="1"/>
          </p:cNvSpPr>
          <p:nvPr>
            <p:ph type="dt" sz="half" idx="15"/>
          </p:nvPr>
        </p:nvSpPr>
        <p:spPr/>
        <p:txBody>
          <a:bodyPr/>
          <a:lstStyle/>
          <a:p>
            <a:fld id="{323C7BE1-67B9-5941-A9CD-FE6AEB98B9F2}" type="datetime1">
              <a:rPr lang="sv-SE" smtClean="0"/>
              <a:t>2026-05-06</a:t>
            </a:fld>
            <a:endParaRPr lang="en-GB" dirty="0"/>
          </a:p>
        </p:txBody>
      </p:sp>
      <p:sp>
        <p:nvSpPr>
          <p:cNvPr id="10" name="Footer Placeholder 9">
            <a:extLst>
              <a:ext uri="{FF2B5EF4-FFF2-40B4-BE49-F238E27FC236}">
                <a16:creationId xmlns:a16="http://schemas.microsoft.com/office/drawing/2014/main" id="{0277E4C1-AE49-31FF-3B58-5E86FF5A71FC}"/>
              </a:ext>
            </a:extLst>
          </p:cNvPr>
          <p:cNvSpPr>
            <a:spLocks noGrp="1"/>
          </p:cNvSpPr>
          <p:nvPr>
            <p:ph type="ftr" sz="quarter" idx="16"/>
          </p:nvPr>
        </p:nvSpPr>
        <p:spPr/>
        <p:txBody>
          <a:bodyPr/>
          <a:lstStyle/>
          <a:p>
            <a:r>
              <a:rPr lang="en-GB"/>
              <a:t>YOUR DEPARTMENT NAME</a:t>
            </a:r>
            <a:endParaRPr lang="en-GB" dirty="0"/>
          </a:p>
        </p:txBody>
      </p:sp>
      <p:sp>
        <p:nvSpPr>
          <p:cNvPr id="11" name="Slide Number Placeholder 10">
            <a:extLst>
              <a:ext uri="{FF2B5EF4-FFF2-40B4-BE49-F238E27FC236}">
                <a16:creationId xmlns:a16="http://schemas.microsoft.com/office/drawing/2014/main" id="{7A6C9A32-AD9D-F769-6831-DE60979F32BF}"/>
              </a:ext>
            </a:extLst>
          </p:cNvPr>
          <p:cNvSpPr>
            <a:spLocks noGrp="1"/>
          </p:cNvSpPr>
          <p:nvPr>
            <p:ph type="sldNum" sz="quarter" idx="17"/>
          </p:nvPr>
        </p:nvSpPr>
        <p:spPr/>
        <p:txBody>
          <a:bodyPr/>
          <a:lstStyle/>
          <a:p>
            <a:fld id="{B3284CE9-EFAB-9F4B-868A-1F02DB69B64D}" type="slidenum">
              <a:rPr lang="en-GB" smtClean="0"/>
              <a:pPr/>
              <a:t>‹Nr.›</a:t>
            </a:fld>
            <a:endParaRPr lang="en-GB"/>
          </a:p>
        </p:txBody>
      </p:sp>
    </p:spTree>
    <p:extLst>
      <p:ext uri="{BB962C8B-B14F-4D97-AF65-F5344CB8AC3E}">
        <p14:creationId xmlns:p14="http://schemas.microsoft.com/office/powerpoint/2010/main" val="12809031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 images">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4C93F59-B60F-D0E3-FCBD-F2307DD34E5C}"/>
              </a:ext>
            </a:extLst>
          </p:cNvPr>
          <p:cNvSpPr>
            <a:spLocks noGrp="1"/>
          </p:cNvSpPr>
          <p:nvPr>
            <p:ph type="dt" sz="half" idx="18"/>
          </p:nvPr>
        </p:nvSpPr>
        <p:spPr/>
        <p:txBody>
          <a:bodyPr/>
          <a:lstStyle/>
          <a:p>
            <a:fld id="{323C7BE1-67B9-5941-A9CD-FE6AEB98B9F2}" type="datetime1">
              <a:rPr lang="sv-SE" smtClean="0"/>
              <a:t>2026-05-06</a:t>
            </a:fld>
            <a:endParaRPr lang="en-GB" dirty="0"/>
          </a:p>
        </p:txBody>
      </p:sp>
      <p:sp>
        <p:nvSpPr>
          <p:cNvPr id="6" name="Footer Placeholder 5">
            <a:extLst>
              <a:ext uri="{FF2B5EF4-FFF2-40B4-BE49-F238E27FC236}">
                <a16:creationId xmlns:a16="http://schemas.microsoft.com/office/drawing/2014/main" id="{89A19A58-CD87-7B38-0976-2A96CAE90C2A}"/>
              </a:ext>
            </a:extLst>
          </p:cNvPr>
          <p:cNvSpPr>
            <a:spLocks noGrp="1"/>
          </p:cNvSpPr>
          <p:nvPr>
            <p:ph type="ftr" sz="quarter" idx="19"/>
          </p:nvPr>
        </p:nvSpPr>
        <p:spPr/>
        <p:txBody>
          <a:bodyPr/>
          <a:lstStyle/>
          <a:p>
            <a:r>
              <a:rPr lang="en-GB"/>
              <a:t>YOUR DEPARTMENT NAME</a:t>
            </a:r>
            <a:endParaRPr lang="en-GB" dirty="0"/>
          </a:p>
        </p:txBody>
      </p:sp>
      <p:sp>
        <p:nvSpPr>
          <p:cNvPr id="8" name="Slide Number Placeholder 7">
            <a:extLst>
              <a:ext uri="{FF2B5EF4-FFF2-40B4-BE49-F238E27FC236}">
                <a16:creationId xmlns:a16="http://schemas.microsoft.com/office/drawing/2014/main" id="{ED569BA2-1B7B-D855-978F-589CB7451A40}"/>
              </a:ext>
            </a:extLst>
          </p:cNvPr>
          <p:cNvSpPr>
            <a:spLocks noGrp="1"/>
          </p:cNvSpPr>
          <p:nvPr>
            <p:ph type="sldNum" sz="quarter" idx="20"/>
          </p:nvPr>
        </p:nvSpPr>
        <p:spPr/>
        <p:txBody>
          <a:bodyPr/>
          <a:lstStyle/>
          <a:p>
            <a:fld id="{B3284CE9-EFAB-9F4B-868A-1F02DB69B64D}" type="slidenum">
              <a:rPr lang="en-GB" smtClean="0"/>
              <a:pPr/>
              <a:t>‹Nr.›</a:t>
            </a:fld>
            <a:endParaRPr lang="en-GB"/>
          </a:p>
        </p:txBody>
      </p:sp>
      <p:sp>
        <p:nvSpPr>
          <p:cNvPr id="2" name="Picture Placeholder 5">
            <a:extLst>
              <a:ext uri="{FF2B5EF4-FFF2-40B4-BE49-F238E27FC236}">
                <a16:creationId xmlns:a16="http://schemas.microsoft.com/office/drawing/2014/main" id="{184105F8-38BB-24C1-11F2-87DB61001928}"/>
              </a:ext>
            </a:extLst>
          </p:cNvPr>
          <p:cNvSpPr>
            <a:spLocks noGrp="1"/>
          </p:cNvSpPr>
          <p:nvPr>
            <p:ph type="pic" sz="quarter" idx="13"/>
          </p:nvPr>
        </p:nvSpPr>
        <p:spPr>
          <a:xfrm>
            <a:off x="4069890" y="-3555"/>
            <a:ext cx="4078800" cy="6530400"/>
          </a:xfrm>
        </p:spPr>
        <p:txBody>
          <a:bodyPr/>
          <a:lstStyle>
            <a:lvl1pPr marL="9525" indent="0" algn="ctr">
              <a:buNone/>
              <a:defRPr/>
            </a:lvl1pPr>
          </a:lstStyle>
          <a:p>
            <a:r>
              <a:rPr lang="en-US"/>
              <a:t>Click icon to add picture</a:t>
            </a:r>
            <a:endParaRPr lang="en-GB" dirty="0"/>
          </a:p>
        </p:txBody>
      </p:sp>
      <p:sp>
        <p:nvSpPr>
          <p:cNvPr id="3" name="Picture Placeholder 3">
            <a:extLst>
              <a:ext uri="{FF2B5EF4-FFF2-40B4-BE49-F238E27FC236}">
                <a16:creationId xmlns:a16="http://schemas.microsoft.com/office/drawing/2014/main" id="{B9F55A1C-CFB8-E914-9D12-29631518BA4E}"/>
              </a:ext>
            </a:extLst>
          </p:cNvPr>
          <p:cNvSpPr>
            <a:spLocks noGrp="1"/>
          </p:cNvSpPr>
          <p:nvPr>
            <p:ph type="pic" sz="quarter" idx="16"/>
          </p:nvPr>
        </p:nvSpPr>
        <p:spPr>
          <a:xfrm>
            <a:off x="-4248" y="-3555"/>
            <a:ext cx="4078800" cy="6530400"/>
          </a:xfrm>
        </p:spPr>
        <p:txBody>
          <a:bodyPr/>
          <a:lstStyle>
            <a:lvl1pPr marL="12700" indent="0" algn="ctr">
              <a:buNone/>
              <a:defRPr/>
            </a:lvl1pPr>
          </a:lstStyle>
          <a:p>
            <a:r>
              <a:rPr lang="en-US"/>
              <a:t>Click icon to add picture</a:t>
            </a:r>
            <a:endParaRPr lang="en-GB" dirty="0"/>
          </a:p>
        </p:txBody>
      </p:sp>
      <p:sp>
        <p:nvSpPr>
          <p:cNvPr id="4" name="Picture Placeholder 3">
            <a:extLst>
              <a:ext uri="{FF2B5EF4-FFF2-40B4-BE49-F238E27FC236}">
                <a16:creationId xmlns:a16="http://schemas.microsoft.com/office/drawing/2014/main" id="{AFEB3610-0A9D-CE86-1E1E-75073453F00C}"/>
              </a:ext>
            </a:extLst>
          </p:cNvPr>
          <p:cNvSpPr>
            <a:spLocks noGrp="1"/>
          </p:cNvSpPr>
          <p:nvPr>
            <p:ph type="pic" sz="quarter" idx="17"/>
          </p:nvPr>
        </p:nvSpPr>
        <p:spPr>
          <a:xfrm>
            <a:off x="8134574" y="-3555"/>
            <a:ext cx="4078800" cy="6530400"/>
          </a:xfrm>
        </p:spPr>
        <p:txBody>
          <a:bodyPr/>
          <a:lstStyle>
            <a:lvl1pPr marL="12700" indent="0" algn="ctr">
              <a:buNone/>
              <a:defRPr/>
            </a:lvl1pPr>
          </a:lstStyle>
          <a:p>
            <a:r>
              <a:rPr lang="en-US"/>
              <a:t>Click icon to add picture</a:t>
            </a:r>
            <a:endParaRPr lang="en-GB" dirty="0"/>
          </a:p>
        </p:txBody>
      </p:sp>
    </p:spTree>
    <p:extLst>
      <p:ext uri="{BB962C8B-B14F-4D97-AF65-F5344CB8AC3E}">
        <p14:creationId xmlns:p14="http://schemas.microsoft.com/office/powerpoint/2010/main" val="8298748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aption witith 4 point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5AECE1C-D411-6E74-937B-3932386CF1D0}"/>
              </a:ext>
            </a:extLst>
          </p:cNvPr>
          <p:cNvSpPr/>
          <p:nvPr/>
        </p:nvSpPr>
        <p:spPr>
          <a:xfrm>
            <a:off x="0" y="0"/>
            <a:ext cx="3382596" cy="6519600"/>
          </a:xfrm>
          <a:prstGeom prst="rect">
            <a:avLst/>
          </a:prstGeom>
          <a:solidFill>
            <a:srgbClr val="0730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46682CFB-8381-C815-04AB-EEE4A55C7ABF}"/>
              </a:ext>
            </a:extLst>
          </p:cNvPr>
          <p:cNvSpPr>
            <a:spLocks noGrp="1"/>
          </p:cNvSpPr>
          <p:nvPr>
            <p:ph type="title" hasCustomPrompt="1"/>
          </p:nvPr>
        </p:nvSpPr>
        <p:spPr>
          <a:xfrm>
            <a:off x="280803" y="1196975"/>
            <a:ext cx="2820203" cy="3904413"/>
          </a:xfrm>
        </p:spPr>
        <p:txBody>
          <a:bodyPr/>
          <a:lstStyle>
            <a:lvl1pPr>
              <a:defRPr b="1"/>
            </a:lvl1pPr>
          </a:lstStyle>
          <a:p>
            <a:r>
              <a:rPr lang="en-GB" dirty="0"/>
              <a:t>Click to add caption</a:t>
            </a:r>
          </a:p>
        </p:txBody>
      </p:sp>
      <p:sp>
        <p:nvSpPr>
          <p:cNvPr id="28" name="Rectangle 27">
            <a:extLst>
              <a:ext uri="{FF2B5EF4-FFF2-40B4-BE49-F238E27FC236}">
                <a16:creationId xmlns:a16="http://schemas.microsoft.com/office/drawing/2014/main" id="{43E6B036-4655-0FEE-85B3-31335215EA39}"/>
              </a:ext>
            </a:extLst>
          </p:cNvPr>
          <p:cNvSpPr/>
          <p:nvPr userDrawn="1"/>
        </p:nvSpPr>
        <p:spPr>
          <a:xfrm>
            <a:off x="4549236" y="1091391"/>
            <a:ext cx="2991600" cy="2068921"/>
          </a:xfrm>
          <a:prstGeom prst="rect">
            <a:avLst/>
          </a:prstGeom>
          <a:solidFill>
            <a:srgbClr val="88A5BD"/>
          </a:solidFill>
          <a:ln w="19050" cap="flat" cmpd="sng" algn="ctr">
            <a:solidFill>
              <a:schemeClr val="tx1"/>
            </a:solid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sv-SE" sz="180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endParaRPr>
          </a:p>
        </p:txBody>
      </p:sp>
      <p:sp>
        <p:nvSpPr>
          <p:cNvPr id="42" name="Rectangle 41">
            <a:extLst>
              <a:ext uri="{FF2B5EF4-FFF2-40B4-BE49-F238E27FC236}">
                <a16:creationId xmlns:a16="http://schemas.microsoft.com/office/drawing/2014/main" id="{7A36EA57-3A07-C1CA-EEE8-C11008E9D8DA}"/>
              </a:ext>
            </a:extLst>
          </p:cNvPr>
          <p:cNvSpPr/>
          <p:nvPr userDrawn="1"/>
        </p:nvSpPr>
        <p:spPr>
          <a:xfrm>
            <a:off x="7817598" y="1091392"/>
            <a:ext cx="2991600" cy="2068920"/>
          </a:xfrm>
          <a:prstGeom prst="rect">
            <a:avLst/>
          </a:prstGeom>
          <a:solidFill>
            <a:srgbClr val="476A89"/>
          </a:solidFill>
          <a:ln w="19050" cap="flat" cmpd="sng" algn="ctr">
            <a:solidFill>
              <a:schemeClr val="tx1"/>
            </a:solid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sv-SE" sz="180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endParaRPr>
          </a:p>
        </p:txBody>
      </p:sp>
      <p:sp>
        <p:nvSpPr>
          <p:cNvPr id="29" name="Rectangle 28">
            <a:extLst>
              <a:ext uri="{FF2B5EF4-FFF2-40B4-BE49-F238E27FC236}">
                <a16:creationId xmlns:a16="http://schemas.microsoft.com/office/drawing/2014/main" id="{E92E6DD9-6111-4BF6-2F72-6F2EFC9F1C1C}"/>
              </a:ext>
            </a:extLst>
          </p:cNvPr>
          <p:cNvSpPr/>
          <p:nvPr userDrawn="1"/>
        </p:nvSpPr>
        <p:spPr>
          <a:xfrm>
            <a:off x="4549235" y="3449177"/>
            <a:ext cx="2991600" cy="2068921"/>
          </a:xfrm>
          <a:prstGeom prst="rect">
            <a:avLst/>
          </a:prstGeom>
          <a:solidFill>
            <a:srgbClr val="476A89"/>
          </a:solidFill>
          <a:ln w="19050" cap="flat" cmpd="sng" algn="ctr">
            <a:solidFill>
              <a:schemeClr val="tx1"/>
            </a:solid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sv-SE" sz="180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endParaRPr>
          </a:p>
        </p:txBody>
      </p:sp>
      <p:sp>
        <p:nvSpPr>
          <p:cNvPr id="43" name="Rectangle 42">
            <a:extLst>
              <a:ext uri="{FF2B5EF4-FFF2-40B4-BE49-F238E27FC236}">
                <a16:creationId xmlns:a16="http://schemas.microsoft.com/office/drawing/2014/main" id="{A346ED70-AFD8-1768-27C0-6CD661BF023B}"/>
              </a:ext>
            </a:extLst>
          </p:cNvPr>
          <p:cNvSpPr/>
          <p:nvPr userDrawn="1"/>
        </p:nvSpPr>
        <p:spPr>
          <a:xfrm>
            <a:off x="7800881" y="3449178"/>
            <a:ext cx="2991600" cy="2068920"/>
          </a:xfrm>
          <a:prstGeom prst="rect">
            <a:avLst/>
          </a:prstGeom>
          <a:solidFill>
            <a:srgbClr val="88A5BD"/>
          </a:solidFill>
          <a:ln w="19050" cap="flat" cmpd="sng" algn="ctr">
            <a:solidFill>
              <a:schemeClr val="tx1"/>
            </a:solid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sv-SE" sz="180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endParaRPr>
          </a:p>
        </p:txBody>
      </p:sp>
      <p:sp>
        <p:nvSpPr>
          <p:cNvPr id="32" name="Text Placeholder 22">
            <a:extLst>
              <a:ext uri="{FF2B5EF4-FFF2-40B4-BE49-F238E27FC236}">
                <a16:creationId xmlns:a16="http://schemas.microsoft.com/office/drawing/2014/main" id="{C88D7A24-AE17-A08C-E87F-7AEB6EAACF99}"/>
              </a:ext>
            </a:extLst>
          </p:cNvPr>
          <p:cNvSpPr>
            <a:spLocks noGrp="1"/>
          </p:cNvSpPr>
          <p:nvPr>
            <p:ph type="body" sz="quarter" idx="14"/>
          </p:nvPr>
        </p:nvSpPr>
        <p:spPr>
          <a:xfrm>
            <a:off x="4653888" y="1240628"/>
            <a:ext cx="2756846" cy="1740315"/>
          </a:xfrm>
        </p:spPr>
        <p:txBody>
          <a:bodyPr lIns="180000" anchor="ctr">
            <a:normAutofit/>
          </a:bodyPr>
          <a:lstStyle>
            <a:lvl1pPr marL="0" indent="0" algn="l">
              <a:buNone/>
              <a:defRPr sz="2000">
                <a:solidFill>
                  <a:schemeClr val="tx1"/>
                </a:solidFill>
              </a:defRPr>
            </a:lvl1pPr>
          </a:lstStyle>
          <a:p>
            <a:pPr lvl="0"/>
            <a:r>
              <a:rPr lang="en-US"/>
              <a:t>Click to edit Master text styles</a:t>
            </a:r>
          </a:p>
        </p:txBody>
      </p:sp>
      <p:sp>
        <p:nvSpPr>
          <p:cNvPr id="33" name="Text Placeholder 22">
            <a:extLst>
              <a:ext uri="{FF2B5EF4-FFF2-40B4-BE49-F238E27FC236}">
                <a16:creationId xmlns:a16="http://schemas.microsoft.com/office/drawing/2014/main" id="{A54C96CC-E3CA-763C-6B6D-E5825CF6B33E}"/>
              </a:ext>
            </a:extLst>
          </p:cNvPr>
          <p:cNvSpPr>
            <a:spLocks noGrp="1"/>
          </p:cNvSpPr>
          <p:nvPr>
            <p:ph type="body" sz="quarter" idx="15"/>
          </p:nvPr>
        </p:nvSpPr>
        <p:spPr>
          <a:xfrm>
            <a:off x="7934975" y="1230810"/>
            <a:ext cx="2756846" cy="1750133"/>
          </a:xfrm>
        </p:spPr>
        <p:txBody>
          <a:bodyPr lIns="180000" anchor="ctr">
            <a:normAutofit/>
          </a:bodyPr>
          <a:lstStyle>
            <a:lvl1pPr marL="0" indent="0" algn="l">
              <a:buNone/>
              <a:defRPr sz="2000">
                <a:solidFill>
                  <a:schemeClr val="tx1"/>
                </a:solidFill>
              </a:defRPr>
            </a:lvl1pPr>
          </a:lstStyle>
          <a:p>
            <a:pPr lvl="0"/>
            <a:r>
              <a:rPr lang="en-US"/>
              <a:t>Click to edit Master text styles</a:t>
            </a:r>
          </a:p>
        </p:txBody>
      </p:sp>
      <p:sp>
        <p:nvSpPr>
          <p:cNvPr id="34" name="Text Placeholder 22">
            <a:extLst>
              <a:ext uri="{FF2B5EF4-FFF2-40B4-BE49-F238E27FC236}">
                <a16:creationId xmlns:a16="http://schemas.microsoft.com/office/drawing/2014/main" id="{2E0F23E1-3B4B-E0CD-82FF-5435DE7D994B}"/>
              </a:ext>
            </a:extLst>
          </p:cNvPr>
          <p:cNvSpPr>
            <a:spLocks noGrp="1"/>
          </p:cNvSpPr>
          <p:nvPr>
            <p:ph type="body" sz="quarter" idx="16"/>
          </p:nvPr>
        </p:nvSpPr>
        <p:spPr>
          <a:xfrm>
            <a:off x="4653888" y="3595210"/>
            <a:ext cx="2756846" cy="1744885"/>
          </a:xfrm>
        </p:spPr>
        <p:txBody>
          <a:bodyPr lIns="180000" anchor="ctr">
            <a:normAutofit/>
          </a:bodyPr>
          <a:lstStyle>
            <a:lvl1pPr marL="0" indent="0" algn="l">
              <a:buNone/>
              <a:defRPr sz="2000">
                <a:solidFill>
                  <a:schemeClr val="tx1"/>
                </a:solidFill>
              </a:defRPr>
            </a:lvl1pPr>
          </a:lstStyle>
          <a:p>
            <a:pPr lvl="0"/>
            <a:r>
              <a:rPr lang="en-US"/>
              <a:t>Click to edit Master text styles</a:t>
            </a:r>
          </a:p>
        </p:txBody>
      </p:sp>
      <p:sp>
        <p:nvSpPr>
          <p:cNvPr id="35" name="Text Placeholder 22">
            <a:extLst>
              <a:ext uri="{FF2B5EF4-FFF2-40B4-BE49-F238E27FC236}">
                <a16:creationId xmlns:a16="http://schemas.microsoft.com/office/drawing/2014/main" id="{722AE1EA-A787-9823-7467-ECEBF12C30F8}"/>
              </a:ext>
            </a:extLst>
          </p:cNvPr>
          <p:cNvSpPr>
            <a:spLocks noGrp="1"/>
          </p:cNvSpPr>
          <p:nvPr>
            <p:ph type="body" sz="quarter" idx="19"/>
          </p:nvPr>
        </p:nvSpPr>
        <p:spPr>
          <a:xfrm>
            <a:off x="7934975" y="3610612"/>
            <a:ext cx="2756846" cy="1729483"/>
          </a:xfrm>
        </p:spPr>
        <p:txBody>
          <a:bodyPr lIns="180000" anchor="ctr">
            <a:normAutofit/>
          </a:bodyPr>
          <a:lstStyle>
            <a:lvl1pPr marL="0" indent="0" algn="l">
              <a:buNone/>
              <a:defRPr sz="2000">
                <a:solidFill>
                  <a:schemeClr val="tx1"/>
                </a:solidFill>
              </a:defRPr>
            </a:lvl1pPr>
          </a:lstStyle>
          <a:p>
            <a:pPr lvl="0"/>
            <a:r>
              <a:rPr lang="en-US"/>
              <a:t>Click to edit Master text styles</a:t>
            </a:r>
          </a:p>
        </p:txBody>
      </p:sp>
      <p:sp>
        <p:nvSpPr>
          <p:cNvPr id="44" name="Oval 43">
            <a:extLst>
              <a:ext uri="{FF2B5EF4-FFF2-40B4-BE49-F238E27FC236}">
                <a16:creationId xmlns:a16="http://schemas.microsoft.com/office/drawing/2014/main" id="{49796738-36BC-F7AE-29F1-DD341C3B42E8}"/>
              </a:ext>
            </a:extLst>
          </p:cNvPr>
          <p:cNvSpPr/>
          <p:nvPr userDrawn="1"/>
        </p:nvSpPr>
        <p:spPr>
          <a:xfrm>
            <a:off x="4330186" y="953925"/>
            <a:ext cx="491387" cy="491387"/>
          </a:xfrm>
          <a:prstGeom prst="ellipse">
            <a:avLst/>
          </a:prstGeom>
          <a:solidFill>
            <a:srgbClr val="E2EEF7"/>
          </a:solidFill>
          <a:ln w="19050" cap="flat" cmpd="sng" algn="ctr">
            <a:no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r>
              <a:rPr kumimoji="0" lang="sv-SE" sz="1800" u="none" strike="noStrike" kern="0" cap="none" spc="0" normalizeH="0" baseline="0" noProof="0" dirty="0">
                <a:ln>
                  <a:noFill/>
                </a:ln>
                <a:solidFill>
                  <a:schemeClr val="bg1"/>
                </a:solidFill>
                <a:effectLst/>
                <a:uLnTx/>
                <a:uFillTx/>
                <a:latin typeface="+mn-lt"/>
                <a:ea typeface="Helvetica Neue Light" panose="02000403000000020004" pitchFamily="2" charset="0"/>
              </a:rPr>
              <a:t>1</a:t>
            </a:r>
          </a:p>
        </p:txBody>
      </p:sp>
      <p:sp>
        <p:nvSpPr>
          <p:cNvPr id="45" name="Oval 44">
            <a:extLst>
              <a:ext uri="{FF2B5EF4-FFF2-40B4-BE49-F238E27FC236}">
                <a16:creationId xmlns:a16="http://schemas.microsoft.com/office/drawing/2014/main" id="{9C2FA399-69BD-B076-8F58-64D744C8C3BC}"/>
              </a:ext>
            </a:extLst>
          </p:cNvPr>
          <p:cNvSpPr/>
          <p:nvPr userDrawn="1"/>
        </p:nvSpPr>
        <p:spPr>
          <a:xfrm>
            <a:off x="7605792" y="961474"/>
            <a:ext cx="491387" cy="491387"/>
          </a:xfrm>
          <a:prstGeom prst="ellipse">
            <a:avLst/>
          </a:prstGeom>
          <a:solidFill>
            <a:srgbClr val="E2EEF7"/>
          </a:solidFill>
          <a:ln w="19050" cap="flat" cmpd="sng" algn="ctr">
            <a:no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r>
              <a:rPr kumimoji="0" lang="sv-SE" sz="1800" u="none" strike="noStrike" kern="0" cap="none" spc="0" normalizeH="0" baseline="0" noProof="0" dirty="0">
                <a:ln>
                  <a:noFill/>
                </a:ln>
                <a:solidFill>
                  <a:schemeClr val="bg1"/>
                </a:solidFill>
                <a:effectLst/>
                <a:uLnTx/>
                <a:uFillTx/>
                <a:latin typeface="+mn-lt"/>
                <a:ea typeface="Helvetica Neue Light" panose="02000403000000020004" pitchFamily="2" charset="0"/>
              </a:rPr>
              <a:t>2</a:t>
            </a:r>
          </a:p>
        </p:txBody>
      </p:sp>
      <p:sp>
        <p:nvSpPr>
          <p:cNvPr id="38" name="Oval 37">
            <a:extLst>
              <a:ext uri="{FF2B5EF4-FFF2-40B4-BE49-F238E27FC236}">
                <a16:creationId xmlns:a16="http://schemas.microsoft.com/office/drawing/2014/main" id="{F2BECDFE-2BC0-FBC9-9650-0766866959EE}"/>
              </a:ext>
            </a:extLst>
          </p:cNvPr>
          <p:cNvSpPr/>
          <p:nvPr userDrawn="1"/>
        </p:nvSpPr>
        <p:spPr>
          <a:xfrm>
            <a:off x="4324541" y="3306347"/>
            <a:ext cx="491387" cy="491387"/>
          </a:xfrm>
          <a:prstGeom prst="ellipse">
            <a:avLst/>
          </a:prstGeom>
          <a:solidFill>
            <a:srgbClr val="CFDBE4"/>
          </a:solidFill>
          <a:ln w="19050" cap="flat" cmpd="sng" algn="ctr">
            <a:no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r>
              <a:rPr kumimoji="0" lang="sv-SE" sz="1800" u="none" strike="noStrike" kern="0" cap="none" spc="0" normalizeH="0" baseline="0" noProof="0" dirty="0">
                <a:ln>
                  <a:noFill/>
                </a:ln>
                <a:solidFill>
                  <a:schemeClr val="bg1"/>
                </a:solidFill>
                <a:effectLst/>
                <a:uLnTx/>
                <a:uFillTx/>
                <a:latin typeface="+mn-lt"/>
                <a:ea typeface="Helvetica Neue Light" panose="02000403000000020004" pitchFamily="2" charset="0"/>
              </a:rPr>
              <a:t>3</a:t>
            </a:r>
          </a:p>
        </p:txBody>
      </p:sp>
      <p:sp>
        <p:nvSpPr>
          <p:cNvPr id="39" name="Oval 38">
            <a:extLst>
              <a:ext uri="{FF2B5EF4-FFF2-40B4-BE49-F238E27FC236}">
                <a16:creationId xmlns:a16="http://schemas.microsoft.com/office/drawing/2014/main" id="{0BBEF07B-4B98-EAF1-DDC9-461A9FD8F7D8}"/>
              </a:ext>
            </a:extLst>
          </p:cNvPr>
          <p:cNvSpPr/>
          <p:nvPr userDrawn="1"/>
        </p:nvSpPr>
        <p:spPr>
          <a:xfrm>
            <a:off x="7617091" y="3313896"/>
            <a:ext cx="491387" cy="491387"/>
          </a:xfrm>
          <a:prstGeom prst="ellipse">
            <a:avLst/>
          </a:prstGeom>
          <a:solidFill>
            <a:srgbClr val="CFDBE4"/>
          </a:solidFill>
          <a:ln w="19050" cap="flat" cmpd="sng" algn="ctr">
            <a:no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r>
              <a:rPr kumimoji="0" lang="sv-SE" sz="1800" u="none" strike="noStrike" kern="0" cap="none" spc="0" normalizeH="0" baseline="0" noProof="0" dirty="0">
                <a:ln>
                  <a:noFill/>
                </a:ln>
                <a:solidFill>
                  <a:schemeClr val="bg1"/>
                </a:solidFill>
                <a:effectLst/>
                <a:uLnTx/>
                <a:uFillTx/>
                <a:latin typeface="+mn-lt"/>
                <a:ea typeface="Helvetica Neue Light" panose="02000403000000020004" pitchFamily="2" charset="0"/>
              </a:rPr>
              <a:t>4</a:t>
            </a:r>
          </a:p>
        </p:txBody>
      </p:sp>
      <p:sp>
        <p:nvSpPr>
          <p:cNvPr id="7" name="Date Placeholder 6">
            <a:extLst>
              <a:ext uri="{FF2B5EF4-FFF2-40B4-BE49-F238E27FC236}">
                <a16:creationId xmlns:a16="http://schemas.microsoft.com/office/drawing/2014/main" id="{FF1BE7B8-3FA6-FF57-7435-FD5AC5667233}"/>
              </a:ext>
            </a:extLst>
          </p:cNvPr>
          <p:cNvSpPr>
            <a:spLocks noGrp="1"/>
          </p:cNvSpPr>
          <p:nvPr>
            <p:ph type="dt" sz="half" idx="20"/>
          </p:nvPr>
        </p:nvSpPr>
        <p:spPr/>
        <p:txBody>
          <a:bodyPr/>
          <a:lstStyle/>
          <a:p>
            <a:fld id="{323C7BE1-67B9-5941-A9CD-FE6AEB98B9F2}" type="datetime1">
              <a:rPr lang="sv-SE" smtClean="0"/>
              <a:t>2026-05-06</a:t>
            </a:fld>
            <a:endParaRPr lang="en-GB" dirty="0"/>
          </a:p>
        </p:txBody>
      </p:sp>
      <p:sp>
        <p:nvSpPr>
          <p:cNvPr id="8" name="Footer Placeholder 7">
            <a:extLst>
              <a:ext uri="{FF2B5EF4-FFF2-40B4-BE49-F238E27FC236}">
                <a16:creationId xmlns:a16="http://schemas.microsoft.com/office/drawing/2014/main" id="{6F31B831-34BC-B6D5-A89A-DB37AD8430D3}"/>
              </a:ext>
            </a:extLst>
          </p:cNvPr>
          <p:cNvSpPr>
            <a:spLocks noGrp="1"/>
          </p:cNvSpPr>
          <p:nvPr>
            <p:ph type="ftr" sz="quarter" idx="21"/>
          </p:nvPr>
        </p:nvSpPr>
        <p:spPr/>
        <p:txBody>
          <a:bodyPr/>
          <a:lstStyle/>
          <a:p>
            <a:r>
              <a:rPr lang="en-GB"/>
              <a:t>YOUR DEPARTMENT NAME</a:t>
            </a:r>
            <a:endParaRPr lang="en-GB" dirty="0"/>
          </a:p>
        </p:txBody>
      </p:sp>
      <p:sp>
        <p:nvSpPr>
          <p:cNvPr id="9" name="Slide Number Placeholder 8">
            <a:extLst>
              <a:ext uri="{FF2B5EF4-FFF2-40B4-BE49-F238E27FC236}">
                <a16:creationId xmlns:a16="http://schemas.microsoft.com/office/drawing/2014/main" id="{0E6224D1-4788-EBC5-C867-F0A6628884B9}"/>
              </a:ext>
            </a:extLst>
          </p:cNvPr>
          <p:cNvSpPr>
            <a:spLocks noGrp="1"/>
          </p:cNvSpPr>
          <p:nvPr>
            <p:ph type="sldNum" sz="quarter" idx="22"/>
          </p:nvPr>
        </p:nvSpPr>
        <p:spPr/>
        <p:txBody>
          <a:bodyPr/>
          <a:lstStyle/>
          <a:p>
            <a:fld id="{B3284CE9-EFAB-9F4B-868A-1F02DB69B64D}" type="slidenum">
              <a:rPr lang="en-GB" smtClean="0"/>
              <a:pPr/>
              <a:t>‹Nr.›</a:t>
            </a:fld>
            <a:endParaRPr lang="en-GB"/>
          </a:p>
        </p:txBody>
      </p:sp>
    </p:spTree>
    <p:extLst>
      <p:ext uri="{BB962C8B-B14F-4D97-AF65-F5344CB8AC3E}">
        <p14:creationId xmlns:p14="http://schemas.microsoft.com/office/powerpoint/2010/main" val="3976101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aption with 6 point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5AECE1C-D411-6E74-937B-3932386CF1D0}"/>
              </a:ext>
            </a:extLst>
          </p:cNvPr>
          <p:cNvSpPr/>
          <p:nvPr userDrawn="1"/>
        </p:nvSpPr>
        <p:spPr>
          <a:xfrm>
            <a:off x="0" y="0"/>
            <a:ext cx="3382596" cy="6519600"/>
          </a:xfrm>
          <a:prstGeom prst="rect">
            <a:avLst/>
          </a:prstGeom>
          <a:solidFill>
            <a:srgbClr val="0730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46682CFB-8381-C815-04AB-EEE4A55C7ABF}"/>
              </a:ext>
            </a:extLst>
          </p:cNvPr>
          <p:cNvSpPr>
            <a:spLocks noGrp="1"/>
          </p:cNvSpPr>
          <p:nvPr>
            <p:ph type="title" hasCustomPrompt="1"/>
          </p:nvPr>
        </p:nvSpPr>
        <p:spPr>
          <a:xfrm>
            <a:off x="280803" y="1196975"/>
            <a:ext cx="2820203" cy="3904413"/>
          </a:xfrm>
        </p:spPr>
        <p:txBody>
          <a:bodyPr/>
          <a:lstStyle>
            <a:lvl1pPr>
              <a:defRPr b="1"/>
            </a:lvl1pPr>
          </a:lstStyle>
          <a:p>
            <a:r>
              <a:rPr lang="en-GB" dirty="0"/>
              <a:t>Click to add caption</a:t>
            </a:r>
          </a:p>
        </p:txBody>
      </p:sp>
      <p:sp>
        <p:nvSpPr>
          <p:cNvPr id="19" name="Rectangle 18">
            <a:extLst>
              <a:ext uri="{FF2B5EF4-FFF2-40B4-BE49-F238E27FC236}">
                <a16:creationId xmlns:a16="http://schemas.microsoft.com/office/drawing/2014/main" id="{6D208B50-2B79-8C21-53DA-A1C2C543DEB9}"/>
              </a:ext>
            </a:extLst>
          </p:cNvPr>
          <p:cNvSpPr/>
          <p:nvPr/>
        </p:nvSpPr>
        <p:spPr>
          <a:xfrm>
            <a:off x="4549236" y="606471"/>
            <a:ext cx="2991600" cy="1666964"/>
          </a:xfrm>
          <a:prstGeom prst="rect">
            <a:avLst/>
          </a:prstGeom>
          <a:solidFill>
            <a:srgbClr val="88A5BD"/>
          </a:solidFill>
          <a:ln w="19050" cap="flat" cmpd="sng" algn="ctr">
            <a:solidFill>
              <a:srgbClr val="FFFFFF"/>
            </a:solid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sv-SE" sz="180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endParaRPr>
          </a:p>
        </p:txBody>
      </p:sp>
      <p:sp>
        <p:nvSpPr>
          <p:cNvPr id="20" name="Rectangle 19">
            <a:extLst>
              <a:ext uri="{FF2B5EF4-FFF2-40B4-BE49-F238E27FC236}">
                <a16:creationId xmlns:a16="http://schemas.microsoft.com/office/drawing/2014/main" id="{E651CDC4-8E6A-DB2D-DEA4-0EE8E128837C}"/>
              </a:ext>
            </a:extLst>
          </p:cNvPr>
          <p:cNvSpPr/>
          <p:nvPr/>
        </p:nvSpPr>
        <p:spPr>
          <a:xfrm>
            <a:off x="4549235" y="2520900"/>
            <a:ext cx="2991600" cy="1666964"/>
          </a:xfrm>
          <a:prstGeom prst="rect">
            <a:avLst/>
          </a:prstGeom>
          <a:solidFill>
            <a:srgbClr val="587D9B">
              <a:alpha val="80000"/>
            </a:srgbClr>
          </a:solidFill>
          <a:ln w="19050" cap="flat" cmpd="sng" algn="ctr">
            <a:solidFill>
              <a:srgbClr val="FFFFFF"/>
            </a:solid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sv-SE" sz="180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endParaRPr>
          </a:p>
        </p:txBody>
      </p:sp>
      <p:sp>
        <p:nvSpPr>
          <p:cNvPr id="21" name="Rectangle 20">
            <a:extLst>
              <a:ext uri="{FF2B5EF4-FFF2-40B4-BE49-F238E27FC236}">
                <a16:creationId xmlns:a16="http://schemas.microsoft.com/office/drawing/2014/main" id="{AC028CB6-B5A7-3361-2E91-5C67DEB799EE}"/>
              </a:ext>
            </a:extLst>
          </p:cNvPr>
          <p:cNvSpPr/>
          <p:nvPr/>
        </p:nvSpPr>
        <p:spPr>
          <a:xfrm>
            <a:off x="4549235" y="4435328"/>
            <a:ext cx="2991600" cy="1666964"/>
          </a:xfrm>
          <a:prstGeom prst="rect">
            <a:avLst/>
          </a:prstGeom>
          <a:solidFill>
            <a:srgbClr val="88A5BD"/>
          </a:solidFill>
          <a:ln w="19050" cap="flat" cmpd="sng" algn="ctr">
            <a:solidFill>
              <a:srgbClr val="FFFFFF"/>
            </a:solid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sv-SE" sz="180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endParaRPr>
          </a:p>
        </p:txBody>
      </p:sp>
      <p:sp>
        <p:nvSpPr>
          <p:cNvPr id="22" name="Rectangle 21">
            <a:extLst>
              <a:ext uri="{FF2B5EF4-FFF2-40B4-BE49-F238E27FC236}">
                <a16:creationId xmlns:a16="http://schemas.microsoft.com/office/drawing/2014/main" id="{44A95660-B1F4-6C84-69D4-981E9CECFAB7}"/>
              </a:ext>
            </a:extLst>
          </p:cNvPr>
          <p:cNvSpPr/>
          <p:nvPr/>
        </p:nvSpPr>
        <p:spPr>
          <a:xfrm>
            <a:off x="7817598" y="606471"/>
            <a:ext cx="2991600" cy="1666964"/>
          </a:xfrm>
          <a:prstGeom prst="rect">
            <a:avLst/>
          </a:prstGeom>
          <a:solidFill>
            <a:srgbClr val="587D9B">
              <a:alpha val="80000"/>
            </a:srgbClr>
          </a:solidFill>
          <a:ln w="19050" cap="flat" cmpd="sng" algn="ctr">
            <a:solidFill>
              <a:srgbClr val="FFFFFF"/>
            </a:solid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sv-SE" sz="180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endParaRPr>
          </a:p>
        </p:txBody>
      </p:sp>
      <p:sp>
        <p:nvSpPr>
          <p:cNvPr id="23" name="Rectangle 22">
            <a:extLst>
              <a:ext uri="{FF2B5EF4-FFF2-40B4-BE49-F238E27FC236}">
                <a16:creationId xmlns:a16="http://schemas.microsoft.com/office/drawing/2014/main" id="{8F4B6B96-864A-6FF4-022B-5DA76F25988C}"/>
              </a:ext>
            </a:extLst>
          </p:cNvPr>
          <p:cNvSpPr/>
          <p:nvPr/>
        </p:nvSpPr>
        <p:spPr>
          <a:xfrm>
            <a:off x="7800881" y="2520900"/>
            <a:ext cx="2991600" cy="1666964"/>
          </a:xfrm>
          <a:prstGeom prst="rect">
            <a:avLst/>
          </a:prstGeom>
          <a:solidFill>
            <a:srgbClr val="88A5BD"/>
          </a:solidFill>
          <a:ln w="19050" cap="flat" cmpd="sng" algn="ctr">
            <a:solidFill>
              <a:srgbClr val="FFFFFF"/>
            </a:solid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sv-SE" sz="180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endParaRPr>
          </a:p>
        </p:txBody>
      </p:sp>
      <p:sp>
        <p:nvSpPr>
          <p:cNvPr id="24" name="Rectangle 23">
            <a:extLst>
              <a:ext uri="{FF2B5EF4-FFF2-40B4-BE49-F238E27FC236}">
                <a16:creationId xmlns:a16="http://schemas.microsoft.com/office/drawing/2014/main" id="{74C57BC9-B922-0747-CEBD-68F471CA18F5}"/>
              </a:ext>
            </a:extLst>
          </p:cNvPr>
          <p:cNvSpPr/>
          <p:nvPr/>
        </p:nvSpPr>
        <p:spPr>
          <a:xfrm>
            <a:off x="7817598" y="4466130"/>
            <a:ext cx="2991600" cy="1666964"/>
          </a:xfrm>
          <a:prstGeom prst="rect">
            <a:avLst/>
          </a:prstGeom>
          <a:solidFill>
            <a:srgbClr val="587D9B">
              <a:alpha val="80000"/>
            </a:srgbClr>
          </a:solidFill>
          <a:ln w="19050" cap="flat" cmpd="sng" algn="ctr">
            <a:solidFill>
              <a:srgbClr val="FFFFFF"/>
            </a:solid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endParaRPr kumimoji="0" lang="sv-SE" sz="1800" u="none" strike="noStrike" kern="0" cap="none" spc="0" normalizeH="0" baseline="0" noProof="0" dirty="0">
              <a:ln>
                <a:noFill/>
              </a:ln>
              <a:solidFill>
                <a:srgbClr val="FFFFFF"/>
              </a:solidFill>
              <a:effectLst/>
              <a:uLnTx/>
              <a:uFillTx/>
              <a:latin typeface="Helvetica Neue Light" panose="02000403000000020004" pitchFamily="2" charset="0"/>
              <a:ea typeface="Helvetica Neue Light" panose="02000403000000020004" pitchFamily="2" charset="0"/>
            </a:endParaRPr>
          </a:p>
        </p:txBody>
      </p:sp>
      <p:sp>
        <p:nvSpPr>
          <p:cNvPr id="25" name="Text Placeholder 22">
            <a:extLst>
              <a:ext uri="{FF2B5EF4-FFF2-40B4-BE49-F238E27FC236}">
                <a16:creationId xmlns:a16="http://schemas.microsoft.com/office/drawing/2014/main" id="{2A33ADC4-A986-9FCF-D085-B902604C846A}"/>
              </a:ext>
            </a:extLst>
          </p:cNvPr>
          <p:cNvSpPr>
            <a:spLocks noGrp="1"/>
          </p:cNvSpPr>
          <p:nvPr>
            <p:ph type="body" sz="quarter" idx="14"/>
          </p:nvPr>
        </p:nvSpPr>
        <p:spPr>
          <a:xfrm>
            <a:off x="4653888" y="755708"/>
            <a:ext cx="2756846" cy="1374897"/>
          </a:xfrm>
          <a:noFill/>
        </p:spPr>
        <p:txBody>
          <a:bodyPr lIns="180000" anchor="ctr">
            <a:normAutofit/>
          </a:bodyPr>
          <a:lstStyle>
            <a:lvl1pPr marL="0" indent="0" algn="l">
              <a:buNone/>
              <a:defRPr sz="2000">
                <a:solidFill>
                  <a:schemeClr val="tx1"/>
                </a:solidFill>
              </a:defRPr>
            </a:lvl1pPr>
          </a:lstStyle>
          <a:p>
            <a:pPr lvl="0"/>
            <a:r>
              <a:rPr lang="en-US"/>
              <a:t>Click to edit Master text styles</a:t>
            </a:r>
          </a:p>
        </p:txBody>
      </p:sp>
      <p:sp>
        <p:nvSpPr>
          <p:cNvPr id="26" name="Text Placeholder 22">
            <a:extLst>
              <a:ext uri="{FF2B5EF4-FFF2-40B4-BE49-F238E27FC236}">
                <a16:creationId xmlns:a16="http://schemas.microsoft.com/office/drawing/2014/main" id="{02CC3910-BA04-1277-8840-2305FADA1B58}"/>
              </a:ext>
            </a:extLst>
          </p:cNvPr>
          <p:cNvSpPr>
            <a:spLocks noGrp="1"/>
          </p:cNvSpPr>
          <p:nvPr>
            <p:ph type="body" sz="quarter" idx="15"/>
          </p:nvPr>
        </p:nvSpPr>
        <p:spPr>
          <a:xfrm>
            <a:off x="7934975" y="745889"/>
            <a:ext cx="2756846" cy="1374897"/>
          </a:xfrm>
          <a:noFill/>
        </p:spPr>
        <p:txBody>
          <a:bodyPr lIns="180000" anchor="ctr">
            <a:normAutofit/>
          </a:bodyPr>
          <a:lstStyle>
            <a:lvl1pPr marL="0" indent="0" algn="l">
              <a:buNone/>
              <a:defRPr sz="2000">
                <a:solidFill>
                  <a:schemeClr val="tx1"/>
                </a:solidFill>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AF374DC-0A1D-76E5-1920-8535AC50ACAC}"/>
              </a:ext>
            </a:extLst>
          </p:cNvPr>
          <p:cNvSpPr>
            <a:spLocks noGrp="1"/>
          </p:cNvSpPr>
          <p:nvPr>
            <p:ph type="body" sz="quarter" idx="16"/>
          </p:nvPr>
        </p:nvSpPr>
        <p:spPr>
          <a:xfrm>
            <a:off x="4653888" y="2666933"/>
            <a:ext cx="2756846" cy="1374897"/>
          </a:xfrm>
          <a:noFill/>
        </p:spPr>
        <p:txBody>
          <a:bodyPr lIns="180000" anchor="ctr">
            <a:normAutofit/>
          </a:bodyPr>
          <a:lstStyle>
            <a:lvl1pPr marL="0" indent="0" algn="l">
              <a:buNone/>
              <a:defRPr sz="2000">
                <a:solidFill>
                  <a:schemeClr val="tx1"/>
                </a:solidFill>
              </a:defRPr>
            </a:lvl1pPr>
          </a:lstStyle>
          <a:p>
            <a:pPr lvl="0"/>
            <a:r>
              <a:rPr lang="en-US"/>
              <a:t>Click to edit Master text styles</a:t>
            </a:r>
          </a:p>
        </p:txBody>
      </p:sp>
      <p:sp>
        <p:nvSpPr>
          <p:cNvPr id="28" name="Text Placeholder 22">
            <a:extLst>
              <a:ext uri="{FF2B5EF4-FFF2-40B4-BE49-F238E27FC236}">
                <a16:creationId xmlns:a16="http://schemas.microsoft.com/office/drawing/2014/main" id="{450A8EED-9255-3A4F-488E-4F601FA7E3AE}"/>
              </a:ext>
            </a:extLst>
          </p:cNvPr>
          <p:cNvSpPr>
            <a:spLocks noGrp="1"/>
          </p:cNvSpPr>
          <p:nvPr>
            <p:ph type="body" sz="quarter" idx="17"/>
          </p:nvPr>
        </p:nvSpPr>
        <p:spPr>
          <a:xfrm>
            <a:off x="4666612" y="4581361"/>
            <a:ext cx="2756846" cy="1374897"/>
          </a:xfrm>
          <a:noFill/>
        </p:spPr>
        <p:txBody>
          <a:bodyPr lIns="180000" anchor="ctr">
            <a:normAutofit/>
          </a:bodyPr>
          <a:lstStyle>
            <a:lvl1pPr marL="0" indent="0" algn="l">
              <a:buNone/>
              <a:defRPr sz="2000">
                <a:solidFill>
                  <a:schemeClr val="tx1"/>
                </a:solidFill>
              </a:defRPr>
            </a:lvl1pPr>
          </a:lstStyle>
          <a:p>
            <a:pPr lvl="0"/>
            <a:r>
              <a:rPr lang="en-US"/>
              <a:t>Click to edit Master text styles</a:t>
            </a:r>
          </a:p>
        </p:txBody>
      </p:sp>
      <p:sp>
        <p:nvSpPr>
          <p:cNvPr id="29" name="Text Placeholder 22">
            <a:extLst>
              <a:ext uri="{FF2B5EF4-FFF2-40B4-BE49-F238E27FC236}">
                <a16:creationId xmlns:a16="http://schemas.microsoft.com/office/drawing/2014/main" id="{49BB1608-0AF7-3C20-5E21-830C77BD7EBD}"/>
              </a:ext>
            </a:extLst>
          </p:cNvPr>
          <p:cNvSpPr>
            <a:spLocks noGrp="1"/>
          </p:cNvSpPr>
          <p:nvPr>
            <p:ph type="body" sz="quarter" idx="19"/>
          </p:nvPr>
        </p:nvSpPr>
        <p:spPr>
          <a:xfrm>
            <a:off x="7934975" y="2682334"/>
            <a:ext cx="2756846" cy="1374897"/>
          </a:xfrm>
          <a:noFill/>
        </p:spPr>
        <p:txBody>
          <a:bodyPr lIns="180000" anchor="ctr">
            <a:normAutofit/>
          </a:bodyPr>
          <a:lstStyle>
            <a:lvl1pPr marL="0" indent="0" algn="l">
              <a:buNone/>
              <a:defRPr sz="2000">
                <a:solidFill>
                  <a:schemeClr val="tx1"/>
                </a:solidFill>
              </a:defRPr>
            </a:lvl1pPr>
          </a:lstStyle>
          <a:p>
            <a:pPr lvl="0"/>
            <a:r>
              <a:rPr lang="en-US"/>
              <a:t>Click to edit Master text styles</a:t>
            </a:r>
          </a:p>
        </p:txBody>
      </p:sp>
      <p:sp>
        <p:nvSpPr>
          <p:cNvPr id="30" name="Text Placeholder 22">
            <a:extLst>
              <a:ext uri="{FF2B5EF4-FFF2-40B4-BE49-F238E27FC236}">
                <a16:creationId xmlns:a16="http://schemas.microsoft.com/office/drawing/2014/main" id="{53B7A695-9987-AD63-B30E-609151C6A553}"/>
              </a:ext>
            </a:extLst>
          </p:cNvPr>
          <p:cNvSpPr>
            <a:spLocks noGrp="1"/>
          </p:cNvSpPr>
          <p:nvPr>
            <p:ph type="body" sz="quarter" idx="20"/>
          </p:nvPr>
        </p:nvSpPr>
        <p:spPr>
          <a:xfrm>
            <a:off x="7934975" y="4612163"/>
            <a:ext cx="2756846" cy="1374897"/>
          </a:xfrm>
          <a:noFill/>
        </p:spPr>
        <p:txBody>
          <a:bodyPr lIns="180000" anchor="ctr">
            <a:normAutofit/>
          </a:bodyPr>
          <a:lstStyle>
            <a:lvl1pPr marL="0" indent="0" algn="l">
              <a:buNone/>
              <a:defRPr sz="2000">
                <a:solidFill>
                  <a:schemeClr val="tx1"/>
                </a:solidFill>
              </a:defRPr>
            </a:lvl1pPr>
          </a:lstStyle>
          <a:p>
            <a:pPr lvl="0"/>
            <a:r>
              <a:rPr lang="en-US"/>
              <a:t>Click to edit Master text styles</a:t>
            </a:r>
          </a:p>
        </p:txBody>
      </p:sp>
      <p:sp>
        <p:nvSpPr>
          <p:cNvPr id="31" name="Oval 30">
            <a:extLst>
              <a:ext uri="{FF2B5EF4-FFF2-40B4-BE49-F238E27FC236}">
                <a16:creationId xmlns:a16="http://schemas.microsoft.com/office/drawing/2014/main" id="{4919F8AF-A4DE-E26B-C752-E86A235E3302}"/>
              </a:ext>
            </a:extLst>
          </p:cNvPr>
          <p:cNvSpPr>
            <a:spLocks noChangeAspect="1"/>
          </p:cNvSpPr>
          <p:nvPr/>
        </p:nvSpPr>
        <p:spPr>
          <a:xfrm>
            <a:off x="4386830" y="493280"/>
            <a:ext cx="360000" cy="360000"/>
          </a:xfrm>
          <a:prstGeom prst="ellipse">
            <a:avLst/>
          </a:prstGeom>
          <a:solidFill>
            <a:schemeClr val="tx1"/>
          </a:solidFill>
          <a:ln w="19050" cap="flat" cmpd="sng" algn="ctr">
            <a:no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r>
              <a:rPr kumimoji="0" lang="sv-SE" sz="1800" u="none" strike="noStrike" kern="0" cap="none" spc="0" normalizeH="0" baseline="0" noProof="0" dirty="0">
                <a:ln>
                  <a:noFill/>
                </a:ln>
                <a:solidFill>
                  <a:schemeClr val="bg1"/>
                </a:solidFill>
                <a:effectLst/>
                <a:uLnTx/>
                <a:uFillTx/>
                <a:latin typeface="+mn-lt"/>
                <a:ea typeface="Helvetica Neue Light" panose="02000403000000020004" pitchFamily="2" charset="0"/>
              </a:rPr>
              <a:t>1</a:t>
            </a:r>
          </a:p>
        </p:txBody>
      </p:sp>
      <p:sp>
        <p:nvSpPr>
          <p:cNvPr id="32" name="Oval 31">
            <a:extLst>
              <a:ext uri="{FF2B5EF4-FFF2-40B4-BE49-F238E27FC236}">
                <a16:creationId xmlns:a16="http://schemas.microsoft.com/office/drawing/2014/main" id="{DE2DFD28-C116-548C-4D41-875DE9372F18}"/>
              </a:ext>
            </a:extLst>
          </p:cNvPr>
          <p:cNvSpPr>
            <a:spLocks noChangeAspect="1"/>
          </p:cNvSpPr>
          <p:nvPr/>
        </p:nvSpPr>
        <p:spPr>
          <a:xfrm>
            <a:off x="7654344" y="500829"/>
            <a:ext cx="360000" cy="360000"/>
          </a:xfrm>
          <a:prstGeom prst="ellipse">
            <a:avLst/>
          </a:prstGeom>
          <a:solidFill>
            <a:schemeClr val="tx1"/>
          </a:solidFill>
          <a:ln w="19050" cap="flat" cmpd="sng" algn="ctr">
            <a:no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r>
              <a:rPr kumimoji="0" lang="sv-SE" sz="1800" u="none" strike="noStrike" kern="0" cap="none" spc="0" normalizeH="0" baseline="0" noProof="0" dirty="0">
                <a:ln>
                  <a:noFill/>
                </a:ln>
                <a:solidFill>
                  <a:schemeClr val="bg1"/>
                </a:solidFill>
                <a:effectLst/>
                <a:uLnTx/>
                <a:uFillTx/>
                <a:latin typeface="+mn-lt"/>
                <a:ea typeface="Helvetica Neue Light" panose="02000403000000020004" pitchFamily="2" charset="0"/>
              </a:rPr>
              <a:t>2</a:t>
            </a:r>
          </a:p>
        </p:txBody>
      </p:sp>
      <p:sp>
        <p:nvSpPr>
          <p:cNvPr id="33" name="Oval 32">
            <a:extLst>
              <a:ext uri="{FF2B5EF4-FFF2-40B4-BE49-F238E27FC236}">
                <a16:creationId xmlns:a16="http://schemas.microsoft.com/office/drawing/2014/main" id="{A008AE9A-2CA1-77B3-11DE-4329DDA21F7D}"/>
              </a:ext>
            </a:extLst>
          </p:cNvPr>
          <p:cNvSpPr>
            <a:spLocks noChangeAspect="1"/>
          </p:cNvSpPr>
          <p:nvPr/>
        </p:nvSpPr>
        <p:spPr>
          <a:xfrm>
            <a:off x="4381185" y="2402345"/>
            <a:ext cx="360000" cy="360000"/>
          </a:xfrm>
          <a:prstGeom prst="ellipse">
            <a:avLst/>
          </a:prstGeom>
          <a:solidFill>
            <a:schemeClr val="tx1"/>
          </a:solidFill>
          <a:ln w="19050" cap="flat" cmpd="sng" algn="ctr">
            <a:no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r>
              <a:rPr kumimoji="0" lang="sv-SE" sz="1800" u="none" strike="noStrike" kern="0" cap="none" spc="0" normalizeH="0" baseline="0" noProof="0" dirty="0">
                <a:ln>
                  <a:noFill/>
                </a:ln>
                <a:solidFill>
                  <a:schemeClr val="bg1"/>
                </a:solidFill>
                <a:effectLst/>
                <a:uLnTx/>
                <a:uFillTx/>
                <a:latin typeface="+mn-lt"/>
                <a:ea typeface="Helvetica Neue Light" panose="02000403000000020004" pitchFamily="2" charset="0"/>
              </a:rPr>
              <a:t>3</a:t>
            </a:r>
          </a:p>
        </p:txBody>
      </p:sp>
      <p:sp>
        <p:nvSpPr>
          <p:cNvPr id="34" name="Oval 33">
            <a:extLst>
              <a:ext uri="{FF2B5EF4-FFF2-40B4-BE49-F238E27FC236}">
                <a16:creationId xmlns:a16="http://schemas.microsoft.com/office/drawing/2014/main" id="{F5C44459-0D6E-B38B-271B-8C6FCD7ECFBA}"/>
              </a:ext>
            </a:extLst>
          </p:cNvPr>
          <p:cNvSpPr>
            <a:spLocks noChangeAspect="1"/>
          </p:cNvSpPr>
          <p:nvPr/>
        </p:nvSpPr>
        <p:spPr>
          <a:xfrm>
            <a:off x="7665643" y="2409894"/>
            <a:ext cx="360000" cy="360000"/>
          </a:xfrm>
          <a:prstGeom prst="ellipse">
            <a:avLst/>
          </a:prstGeom>
          <a:solidFill>
            <a:schemeClr val="tx1"/>
          </a:solidFill>
          <a:ln w="19050" cap="flat" cmpd="sng" algn="ctr">
            <a:no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r>
              <a:rPr kumimoji="0" lang="sv-SE" sz="1800" u="none" strike="noStrike" kern="0" cap="none" spc="0" normalizeH="0" baseline="0" noProof="0" dirty="0">
                <a:ln>
                  <a:noFill/>
                </a:ln>
                <a:solidFill>
                  <a:schemeClr val="bg1"/>
                </a:solidFill>
                <a:effectLst/>
                <a:uLnTx/>
                <a:uFillTx/>
                <a:latin typeface="+mn-lt"/>
                <a:ea typeface="Helvetica Neue Light" panose="02000403000000020004" pitchFamily="2" charset="0"/>
              </a:rPr>
              <a:t>4</a:t>
            </a:r>
          </a:p>
        </p:txBody>
      </p:sp>
      <p:sp>
        <p:nvSpPr>
          <p:cNvPr id="35" name="Oval 34">
            <a:extLst>
              <a:ext uri="{FF2B5EF4-FFF2-40B4-BE49-F238E27FC236}">
                <a16:creationId xmlns:a16="http://schemas.microsoft.com/office/drawing/2014/main" id="{EA26D70C-3EA6-CB19-4E96-4CE61727CAF9}"/>
              </a:ext>
            </a:extLst>
          </p:cNvPr>
          <p:cNvSpPr>
            <a:spLocks noChangeAspect="1"/>
          </p:cNvSpPr>
          <p:nvPr/>
        </p:nvSpPr>
        <p:spPr>
          <a:xfrm>
            <a:off x="4392486" y="4345299"/>
            <a:ext cx="360000" cy="360000"/>
          </a:xfrm>
          <a:prstGeom prst="ellipse">
            <a:avLst/>
          </a:prstGeom>
          <a:solidFill>
            <a:schemeClr val="tx1"/>
          </a:solidFill>
          <a:ln w="19050" cap="flat" cmpd="sng" algn="ctr">
            <a:no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r>
              <a:rPr kumimoji="0" lang="sv-SE" sz="1800" u="none" strike="noStrike" kern="0" cap="none" spc="0" normalizeH="0" baseline="0" noProof="0" dirty="0">
                <a:ln>
                  <a:noFill/>
                </a:ln>
                <a:solidFill>
                  <a:schemeClr val="bg1"/>
                </a:solidFill>
                <a:effectLst/>
                <a:uLnTx/>
                <a:uFillTx/>
                <a:latin typeface="+mn-lt"/>
                <a:ea typeface="Helvetica Neue Light" panose="02000403000000020004" pitchFamily="2" charset="0"/>
              </a:rPr>
              <a:t>5</a:t>
            </a:r>
          </a:p>
        </p:txBody>
      </p:sp>
      <p:sp>
        <p:nvSpPr>
          <p:cNvPr id="36" name="Oval 35">
            <a:extLst>
              <a:ext uri="{FF2B5EF4-FFF2-40B4-BE49-F238E27FC236}">
                <a16:creationId xmlns:a16="http://schemas.microsoft.com/office/drawing/2014/main" id="{8E1F13F7-83CA-8F60-9688-A8C0B383064D}"/>
              </a:ext>
            </a:extLst>
          </p:cNvPr>
          <p:cNvSpPr>
            <a:spLocks noChangeAspect="1"/>
          </p:cNvSpPr>
          <p:nvPr/>
        </p:nvSpPr>
        <p:spPr>
          <a:xfrm>
            <a:off x="7643056" y="4386736"/>
            <a:ext cx="360000" cy="360000"/>
          </a:xfrm>
          <a:prstGeom prst="ellipse">
            <a:avLst/>
          </a:prstGeom>
          <a:solidFill>
            <a:schemeClr val="tx1"/>
          </a:solidFill>
          <a:ln w="19050" cap="flat" cmpd="sng" algn="ctr">
            <a:noFill/>
            <a:prstDash val="solid"/>
          </a:ln>
          <a:effectLst/>
        </p:spPr>
        <p:txBody>
          <a:bodyPr rtlCol="0" anchor="ctr"/>
          <a:lstStyle/>
          <a:p>
            <a:pPr marL="0" marR="0" lvl="0" indent="0" algn="ctr" defTabSz="457200" eaLnBrk="1" fontAlgn="base" latinLnBrk="0" hangingPunct="1">
              <a:lnSpc>
                <a:spcPct val="100000"/>
              </a:lnSpc>
              <a:spcBef>
                <a:spcPct val="0"/>
              </a:spcBef>
              <a:spcAft>
                <a:spcPct val="0"/>
              </a:spcAft>
              <a:buClrTx/>
              <a:buSzTx/>
              <a:buFontTx/>
              <a:buNone/>
              <a:tabLst/>
              <a:defRPr/>
            </a:pPr>
            <a:r>
              <a:rPr kumimoji="0" lang="sv-SE" sz="1800" u="none" strike="noStrike" kern="0" cap="none" spc="0" normalizeH="0" baseline="0" noProof="0" dirty="0">
                <a:ln>
                  <a:noFill/>
                </a:ln>
                <a:solidFill>
                  <a:schemeClr val="bg1"/>
                </a:solidFill>
                <a:effectLst/>
                <a:uLnTx/>
                <a:uFillTx/>
                <a:latin typeface="+mn-lt"/>
                <a:ea typeface="Helvetica Neue Light" panose="02000403000000020004" pitchFamily="2" charset="0"/>
              </a:rPr>
              <a:t>6</a:t>
            </a:r>
          </a:p>
        </p:txBody>
      </p:sp>
      <p:sp>
        <p:nvSpPr>
          <p:cNvPr id="7" name="Date Placeholder 6">
            <a:extLst>
              <a:ext uri="{FF2B5EF4-FFF2-40B4-BE49-F238E27FC236}">
                <a16:creationId xmlns:a16="http://schemas.microsoft.com/office/drawing/2014/main" id="{7A5F2AEB-420E-187E-1559-A3AF7D3EDEE6}"/>
              </a:ext>
            </a:extLst>
          </p:cNvPr>
          <p:cNvSpPr>
            <a:spLocks noGrp="1"/>
          </p:cNvSpPr>
          <p:nvPr>
            <p:ph type="dt" sz="half" idx="21"/>
          </p:nvPr>
        </p:nvSpPr>
        <p:spPr/>
        <p:txBody>
          <a:bodyPr/>
          <a:lstStyle/>
          <a:p>
            <a:fld id="{323C7BE1-67B9-5941-A9CD-FE6AEB98B9F2}" type="datetime1">
              <a:rPr lang="sv-SE" smtClean="0"/>
              <a:t>2026-05-06</a:t>
            </a:fld>
            <a:endParaRPr lang="en-GB" dirty="0"/>
          </a:p>
        </p:txBody>
      </p:sp>
      <p:sp>
        <p:nvSpPr>
          <p:cNvPr id="8" name="Footer Placeholder 7">
            <a:extLst>
              <a:ext uri="{FF2B5EF4-FFF2-40B4-BE49-F238E27FC236}">
                <a16:creationId xmlns:a16="http://schemas.microsoft.com/office/drawing/2014/main" id="{A71E5DBE-7694-45BE-98A3-C932B0B210D5}"/>
              </a:ext>
            </a:extLst>
          </p:cNvPr>
          <p:cNvSpPr>
            <a:spLocks noGrp="1"/>
          </p:cNvSpPr>
          <p:nvPr>
            <p:ph type="ftr" sz="quarter" idx="22"/>
          </p:nvPr>
        </p:nvSpPr>
        <p:spPr/>
        <p:txBody>
          <a:bodyPr/>
          <a:lstStyle/>
          <a:p>
            <a:r>
              <a:rPr lang="en-GB"/>
              <a:t>YOUR DEPARTMENT NAME</a:t>
            </a:r>
            <a:endParaRPr lang="en-GB" dirty="0"/>
          </a:p>
        </p:txBody>
      </p:sp>
      <p:sp>
        <p:nvSpPr>
          <p:cNvPr id="9" name="Slide Number Placeholder 8">
            <a:extLst>
              <a:ext uri="{FF2B5EF4-FFF2-40B4-BE49-F238E27FC236}">
                <a16:creationId xmlns:a16="http://schemas.microsoft.com/office/drawing/2014/main" id="{B9C31AAB-CD55-94A4-CB51-01ACAAB26EF4}"/>
              </a:ext>
            </a:extLst>
          </p:cNvPr>
          <p:cNvSpPr>
            <a:spLocks noGrp="1"/>
          </p:cNvSpPr>
          <p:nvPr>
            <p:ph type="sldNum" sz="quarter" idx="23"/>
          </p:nvPr>
        </p:nvSpPr>
        <p:spPr/>
        <p:txBody>
          <a:bodyPr/>
          <a:lstStyle/>
          <a:p>
            <a:fld id="{B3284CE9-EFAB-9F4B-868A-1F02DB69B64D}" type="slidenum">
              <a:rPr lang="en-GB" smtClean="0"/>
              <a:pPr/>
              <a:t>‹Nr.›</a:t>
            </a:fld>
            <a:endParaRPr lang="en-GB"/>
          </a:p>
        </p:txBody>
      </p:sp>
    </p:spTree>
    <p:extLst>
      <p:ext uri="{BB962C8B-B14F-4D97-AF65-F5344CB8AC3E}">
        <p14:creationId xmlns:p14="http://schemas.microsoft.com/office/powerpoint/2010/main" val="7065218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act">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25BCC7F3-C03C-3A89-5036-28E611B2B109}"/>
              </a:ext>
            </a:extLst>
          </p:cNvPr>
          <p:cNvSpPr>
            <a:spLocks noGrp="1"/>
          </p:cNvSpPr>
          <p:nvPr>
            <p:ph type="body" idx="1"/>
          </p:nvPr>
        </p:nvSpPr>
        <p:spPr>
          <a:xfrm>
            <a:off x="1915020" y="2639969"/>
            <a:ext cx="8330400" cy="1563373"/>
          </a:xfrm>
        </p:spPr>
        <p:txBody>
          <a:bodyPr/>
          <a:lstStyle>
            <a:lvl1pPr marL="0" indent="0">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8" name="TextBox 7">
            <a:extLst>
              <a:ext uri="{FF2B5EF4-FFF2-40B4-BE49-F238E27FC236}">
                <a16:creationId xmlns:a16="http://schemas.microsoft.com/office/drawing/2014/main" id="{48B287C4-1753-363B-D9F9-E5DE78DD00EA}"/>
              </a:ext>
            </a:extLst>
          </p:cNvPr>
          <p:cNvSpPr txBox="1"/>
          <p:nvPr userDrawn="1"/>
        </p:nvSpPr>
        <p:spPr>
          <a:xfrm>
            <a:off x="1903136" y="1687021"/>
            <a:ext cx="2494036" cy="646331"/>
          </a:xfrm>
          <a:prstGeom prst="rect">
            <a:avLst/>
          </a:prstGeom>
          <a:noFill/>
        </p:spPr>
        <p:txBody>
          <a:bodyPr wrap="square" lIns="0" rtlCol="0" anchor="b">
            <a:spAutoFit/>
          </a:bodyPr>
          <a:lstStyle/>
          <a:p>
            <a:r>
              <a:rPr lang="en-GB" sz="3600" dirty="0">
                <a:solidFill>
                  <a:srgbClr val="88A5BD"/>
                </a:solidFill>
              </a:rPr>
              <a:t>Contact</a:t>
            </a:r>
          </a:p>
        </p:txBody>
      </p:sp>
      <p:sp>
        <p:nvSpPr>
          <p:cNvPr id="2" name="Rectangle 1">
            <a:extLst>
              <a:ext uri="{FF2B5EF4-FFF2-40B4-BE49-F238E27FC236}">
                <a16:creationId xmlns:a16="http://schemas.microsoft.com/office/drawing/2014/main" id="{B16092C2-E1E0-8C47-CE4B-5C4368E4104C}"/>
              </a:ext>
            </a:extLst>
          </p:cNvPr>
          <p:cNvSpPr/>
          <p:nvPr userDrawn="1"/>
        </p:nvSpPr>
        <p:spPr>
          <a:xfrm>
            <a:off x="1932291" y="2431235"/>
            <a:ext cx="720000" cy="45719"/>
          </a:xfrm>
          <a:prstGeom prst="rect">
            <a:avLst/>
          </a:prstGeom>
          <a:solidFill>
            <a:srgbClr val="FF824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6">
            <a:extLst>
              <a:ext uri="{FF2B5EF4-FFF2-40B4-BE49-F238E27FC236}">
                <a16:creationId xmlns:a16="http://schemas.microsoft.com/office/drawing/2014/main" id="{3BC98513-73B4-BA37-74D4-B974B393B3FF}"/>
              </a:ext>
            </a:extLst>
          </p:cNvPr>
          <p:cNvSpPr>
            <a:spLocks noGrp="1"/>
          </p:cNvSpPr>
          <p:nvPr>
            <p:ph type="dt" sz="half" idx="10"/>
          </p:nvPr>
        </p:nvSpPr>
        <p:spPr/>
        <p:txBody>
          <a:bodyPr/>
          <a:lstStyle/>
          <a:p>
            <a:fld id="{323C7BE1-67B9-5941-A9CD-FE6AEB98B9F2}" type="datetime1">
              <a:rPr lang="sv-SE" smtClean="0"/>
              <a:t>2026-05-06</a:t>
            </a:fld>
            <a:endParaRPr lang="en-GB" dirty="0"/>
          </a:p>
        </p:txBody>
      </p:sp>
      <p:sp>
        <p:nvSpPr>
          <p:cNvPr id="9" name="Footer Placeholder 8">
            <a:extLst>
              <a:ext uri="{FF2B5EF4-FFF2-40B4-BE49-F238E27FC236}">
                <a16:creationId xmlns:a16="http://schemas.microsoft.com/office/drawing/2014/main" id="{9CDEC919-A8F1-6AD5-FFB2-97BD4DD6A1B6}"/>
              </a:ext>
            </a:extLst>
          </p:cNvPr>
          <p:cNvSpPr>
            <a:spLocks noGrp="1"/>
          </p:cNvSpPr>
          <p:nvPr>
            <p:ph type="ftr" sz="quarter" idx="11"/>
          </p:nvPr>
        </p:nvSpPr>
        <p:spPr/>
        <p:txBody>
          <a:bodyPr/>
          <a:lstStyle/>
          <a:p>
            <a:r>
              <a:rPr lang="en-GB"/>
              <a:t>YOUR DEPARTMENT NAME</a:t>
            </a:r>
            <a:endParaRPr lang="en-GB" dirty="0"/>
          </a:p>
        </p:txBody>
      </p:sp>
      <p:sp>
        <p:nvSpPr>
          <p:cNvPr id="10" name="Slide Number Placeholder 9">
            <a:extLst>
              <a:ext uri="{FF2B5EF4-FFF2-40B4-BE49-F238E27FC236}">
                <a16:creationId xmlns:a16="http://schemas.microsoft.com/office/drawing/2014/main" id="{3C381D5A-B147-D9B1-BCD8-FDC4C5B0EAAD}"/>
              </a:ext>
            </a:extLst>
          </p:cNvPr>
          <p:cNvSpPr>
            <a:spLocks noGrp="1"/>
          </p:cNvSpPr>
          <p:nvPr>
            <p:ph type="sldNum" sz="quarter" idx="12"/>
          </p:nvPr>
        </p:nvSpPr>
        <p:spPr/>
        <p:txBody>
          <a:bodyPr/>
          <a:lstStyle/>
          <a:p>
            <a:fld id="{B3284CE9-EFAB-9F4B-868A-1F02DB69B64D}" type="slidenum">
              <a:rPr lang="en-GB" smtClean="0"/>
              <a:pPr/>
              <a:t>‹Nr.›</a:t>
            </a:fld>
            <a:endParaRPr lang="en-GB"/>
          </a:p>
        </p:txBody>
      </p:sp>
    </p:spTree>
    <p:extLst>
      <p:ext uri="{BB962C8B-B14F-4D97-AF65-F5344CB8AC3E}">
        <p14:creationId xmlns:p14="http://schemas.microsoft.com/office/powerpoint/2010/main" val="33262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Final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4E0DC6-1F3A-DEB1-9319-C5B2EC4148D3}"/>
              </a:ext>
            </a:extLst>
          </p:cNvPr>
          <p:cNvPicPr>
            <a:picLocks noChangeAspect="1"/>
          </p:cNvPicPr>
          <p:nvPr userDrawn="1"/>
        </p:nvPicPr>
        <p:blipFill>
          <a:blip r:embed="rId2"/>
          <a:stretch>
            <a:fillRect/>
          </a:stretch>
        </p:blipFill>
        <p:spPr>
          <a:xfrm>
            <a:off x="4157457" y="2396412"/>
            <a:ext cx="3487317" cy="1718388"/>
          </a:xfrm>
          <a:prstGeom prst="rect">
            <a:avLst/>
          </a:prstGeom>
        </p:spPr>
      </p:pic>
    </p:spTree>
    <p:extLst>
      <p:ext uri="{BB962C8B-B14F-4D97-AF65-F5344CB8AC3E}">
        <p14:creationId xmlns:p14="http://schemas.microsoft.com/office/powerpoint/2010/main" val="2949544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32040"/>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FA5020B-988D-B10A-7338-7B28C7F28A12}"/>
              </a:ext>
            </a:extLst>
          </p:cNvPr>
          <p:cNvSpPr/>
          <p:nvPr/>
        </p:nvSpPr>
        <p:spPr>
          <a:xfrm>
            <a:off x="-2168" y="6522640"/>
            <a:ext cx="12204000" cy="351402"/>
          </a:xfrm>
          <a:prstGeom prst="rect">
            <a:avLst/>
          </a:prstGeom>
          <a:solidFill>
            <a:srgbClr val="FFFFFF"/>
          </a:solidFill>
          <a:ln w="19050" cap="flat" cmpd="sng" algn="ctr">
            <a:noFill/>
            <a:prstDash val="solid"/>
          </a:ln>
          <a:effectLst/>
        </p:spPr>
        <p:txBody>
          <a:bodyPr rtlCol="0" anchor="ctr"/>
          <a:lstStyle/>
          <a:p>
            <a:pPr marL="0" marR="0" lvl="0" indent="0" algn="l" defTabSz="457200" eaLnBrk="1" fontAlgn="base" latinLnBrk="0" hangingPunct="1">
              <a:lnSpc>
                <a:spcPct val="100000"/>
              </a:lnSpc>
              <a:spcBef>
                <a:spcPct val="0"/>
              </a:spcBef>
              <a:spcAft>
                <a:spcPct val="0"/>
              </a:spcAft>
              <a:buClrTx/>
              <a:buSzTx/>
              <a:buFontTx/>
              <a:buNone/>
              <a:tabLst/>
              <a:defRPr/>
            </a:pPr>
            <a:r>
              <a:rPr kumimoji="0" lang="en-GB" sz="900" b="1" i="0" u="none" strike="noStrike" kern="0" cap="none" spc="300" normalizeH="0" baseline="0" noProof="0" dirty="0">
                <a:ln>
                  <a:noFill/>
                </a:ln>
                <a:solidFill>
                  <a:schemeClr val="bg2"/>
                </a:solidFill>
                <a:effectLst/>
                <a:uLnTx/>
                <a:uFillTx/>
                <a:latin typeface="Arial" panose="020B0604020202020204" pitchFamily="34" charset="0"/>
                <a:ea typeface="+mn-ea"/>
                <a:cs typeface="Arial" panose="020B0604020202020204" pitchFamily="34" charset="0"/>
              </a:rPr>
              <a:t>   LULEÅ UNIVERSITY OF TECHNOLOGY</a:t>
            </a:r>
          </a:p>
        </p:txBody>
      </p:sp>
      <p:sp>
        <p:nvSpPr>
          <p:cNvPr id="2" name="Title Placeholder 1">
            <a:extLst>
              <a:ext uri="{FF2B5EF4-FFF2-40B4-BE49-F238E27FC236}">
                <a16:creationId xmlns:a16="http://schemas.microsoft.com/office/drawing/2014/main" id="{C0B63CBA-E7D3-DEEC-77A3-9B5272945B43}"/>
              </a:ext>
            </a:extLst>
          </p:cNvPr>
          <p:cNvSpPr>
            <a:spLocks noGrp="1"/>
          </p:cNvSpPr>
          <p:nvPr>
            <p:ph type="title"/>
          </p:nvPr>
        </p:nvSpPr>
        <p:spPr>
          <a:xfrm>
            <a:off x="557963" y="260350"/>
            <a:ext cx="9138488" cy="936625"/>
          </a:xfrm>
          <a:prstGeom prst="rect">
            <a:avLst/>
          </a:prstGeom>
        </p:spPr>
        <p:txBody>
          <a:bodyPr vert="horz" lIns="0" tIns="45720" rIns="91440" bIns="45720" rtlCol="0" anchor="ctr">
            <a:norm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DC932D79-78EE-7521-33FF-315E01EA7FBB}"/>
              </a:ext>
            </a:extLst>
          </p:cNvPr>
          <p:cNvSpPr>
            <a:spLocks noGrp="1"/>
          </p:cNvSpPr>
          <p:nvPr>
            <p:ph type="body" idx="1"/>
          </p:nvPr>
        </p:nvSpPr>
        <p:spPr>
          <a:xfrm>
            <a:off x="557962" y="1275711"/>
            <a:ext cx="11080002" cy="4958402"/>
          </a:xfrm>
          <a:prstGeom prst="rect">
            <a:avLst/>
          </a:prstGeom>
        </p:spPr>
        <p:txBody>
          <a:bodyPr vert="horz" lIns="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Footer Placeholder 4">
            <a:extLst>
              <a:ext uri="{FF2B5EF4-FFF2-40B4-BE49-F238E27FC236}">
                <a16:creationId xmlns:a16="http://schemas.microsoft.com/office/drawing/2014/main" id="{43A25039-55C8-CA28-2435-D5FD1CF1DDD0}"/>
              </a:ext>
            </a:extLst>
          </p:cNvPr>
          <p:cNvSpPr>
            <a:spLocks noGrp="1"/>
          </p:cNvSpPr>
          <p:nvPr>
            <p:ph type="ftr" sz="quarter" idx="3"/>
          </p:nvPr>
        </p:nvSpPr>
        <p:spPr>
          <a:xfrm>
            <a:off x="3701328" y="6512331"/>
            <a:ext cx="7600085" cy="365125"/>
          </a:xfrm>
          <a:prstGeom prst="rect">
            <a:avLst/>
          </a:prstGeom>
        </p:spPr>
        <p:txBody>
          <a:bodyPr vert="horz" lIns="91440" tIns="45720" rIns="91440" bIns="45720" rtlCol="0" anchor="ctr"/>
          <a:lstStyle>
            <a:lvl1pPr algn="l">
              <a:defRPr sz="900" spc="300">
                <a:solidFill>
                  <a:srgbClr val="88A5BD"/>
                </a:solidFill>
              </a:defRPr>
            </a:lvl1pPr>
          </a:lstStyle>
          <a:p>
            <a:r>
              <a:rPr lang="en-GB"/>
              <a:t>YOUR DEPARTMENT NAME</a:t>
            </a:r>
            <a:endParaRPr lang="en-GB" dirty="0"/>
          </a:p>
        </p:txBody>
      </p:sp>
      <p:sp>
        <p:nvSpPr>
          <p:cNvPr id="10" name="Slide Number Placeholder 5">
            <a:extLst>
              <a:ext uri="{FF2B5EF4-FFF2-40B4-BE49-F238E27FC236}">
                <a16:creationId xmlns:a16="http://schemas.microsoft.com/office/drawing/2014/main" id="{39A5DECB-4B3B-362A-EDB1-3F4BD2A3542E}"/>
              </a:ext>
            </a:extLst>
          </p:cNvPr>
          <p:cNvSpPr>
            <a:spLocks noGrp="1"/>
          </p:cNvSpPr>
          <p:nvPr>
            <p:ph type="sldNum" sz="quarter" idx="4"/>
          </p:nvPr>
        </p:nvSpPr>
        <p:spPr>
          <a:xfrm>
            <a:off x="11641138" y="6508749"/>
            <a:ext cx="550862" cy="365125"/>
          </a:xfrm>
          <a:prstGeom prst="rect">
            <a:avLst/>
          </a:prstGeom>
        </p:spPr>
        <p:txBody>
          <a:bodyPr vert="horz" lIns="91440" tIns="45720" rIns="91440" bIns="45720" rtlCol="0" anchor="ctr"/>
          <a:lstStyle>
            <a:lvl1pPr algn="ctr">
              <a:defRPr sz="900">
                <a:solidFill>
                  <a:srgbClr val="88A5BD"/>
                </a:solidFill>
              </a:defRPr>
            </a:lvl1pPr>
          </a:lstStyle>
          <a:p>
            <a:fld id="{B3284CE9-EFAB-9F4B-868A-1F02DB69B64D}" type="slidenum">
              <a:rPr lang="en-GB" smtClean="0"/>
              <a:pPr/>
              <a:t>‹Nr.›</a:t>
            </a:fld>
            <a:endParaRPr lang="en-GB"/>
          </a:p>
        </p:txBody>
      </p:sp>
      <p:sp>
        <p:nvSpPr>
          <p:cNvPr id="11" name="Date Placeholder 8">
            <a:extLst>
              <a:ext uri="{FF2B5EF4-FFF2-40B4-BE49-F238E27FC236}">
                <a16:creationId xmlns:a16="http://schemas.microsoft.com/office/drawing/2014/main" id="{ADAFCC16-DC0F-6B28-C0B1-2D9CA92B250A}"/>
              </a:ext>
            </a:extLst>
          </p:cNvPr>
          <p:cNvSpPr>
            <a:spLocks noGrp="1"/>
          </p:cNvSpPr>
          <p:nvPr>
            <p:ph type="dt" sz="half" idx="2"/>
          </p:nvPr>
        </p:nvSpPr>
        <p:spPr>
          <a:xfrm>
            <a:off x="10502473" y="6886131"/>
            <a:ext cx="1138665" cy="365125"/>
          </a:xfrm>
          <a:prstGeom prst="rect">
            <a:avLst/>
          </a:prstGeom>
        </p:spPr>
        <p:txBody>
          <a:bodyPr vert="horz" lIns="91440" tIns="45720" rIns="91440" bIns="45720" rtlCol="0" anchor="ctr"/>
          <a:lstStyle>
            <a:lvl1pPr algn="r">
              <a:defRPr sz="900">
                <a:solidFill>
                  <a:srgbClr val="88A5BD"/>
                </a:solidFill>
              </a:defRPr>
            </a:lvl1pPr>
          </a:lstStyle>
          <a:p>
            <a:fld id="{323C7BE1-67B9-5941-A9CD-FE6AEB98B9F2}" type="datetime1">
              <a:rPr lang="sv-SE" smtClean="0"/>
              <a:t>2026-05-06</a:t>
            </a:fld>
            <a:endParaRPr lang="en-GB" dirty="0"/>
          </a:p>
        </p:txBody>
      </p:sp>
    </p:spTree>
    <p:extLst>
      <p:ext uri="{BB962C8B-B14F-4D97-AF65-F5344CB8AC3E}">
        <p14:creationId xmlns:p14="http://schemas.microsoft.com/office/powerpoint/2010/main" val="148703094"/>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6" r:id="rId18"/>
    <p:sldLayoutId id="2147483690" r:id="rId19"/>
    <p:sldLayoutId id="2147483691" r:id="rId20"/>
    <p:sldLayoutId id="2147483697" r:id="rId21"/>
    <p:sldLayoutId id="2147483692" r:id="rId22"/>
    <p:sldLayoutId id="2147483693" r:id="rId23"/>
    <p:sldLayoutId id="2147483694" r:id="rId24"/>
    <p:sldLayoutId id="2147483695" r:id="rId25"/>
  </p:sldLayoutIdLst>
  <p:hf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188913" indent="-176213" algn="l" defTabSz="914400" rtl="0" eaLnBrk="1" latinLnBrk="0" hangingPunct="1">
        <a:lnSpc>
          <a:spcPct val="100000"/>
        </a:lnSpc>
        <a:spcBef>
          <a:spcPts val="1800"/>
        </a:spcBef>
        <a:buFont typeface="Wingdings" pitchFamily="2" charset="2"/>
        <a:buChar char="§"/>
        <a:tabLst/>
        <a:defRPr sz="2400" kern="1200">
          <a:solidFill>
            <a:schemeClr val="tx1"/>
          </a:solidFill>
          <a:latin typeface="+mn-lt"/>
          <a:ea typeface="+mn-ea"/>
          <a:cs typeface="+mn-cs"/>
        </a:defRPr>
      </a:lvl1pPr>
      <a:lvl2pPr marL="444500" indent="-174625" algn="l" defTabSz="914400" rtl="0" eaLnBrk="1" latinLnBrk="0" hangingPunct="1">
        <a:lnSpc>
          <a:spcPct val="100000"/>
        </a:lnSpc>
        <a:spcBef>
          <a:spcPts val="500"/>
        </a:spcBef>
        <a:buFont typeface="Wingdings" pitchFamily="2" charset="2"/>
        <a:buChar char="§"/>
        <a:tabLst/>
        <a:defRPr sz="2000" kern="1200">
          <a:solidFill>
            <a:schemeClr val="tx1"/>
          </a:solidFill>
          <a:latin typeface="+mn-lt"/>
          <a:ea typeface="+mn-ea"/>
          <a:cs typeface="+mn-cs"/>
        </a:defRPr>
      </a:lvl2pPr>
      <a:lvl3pPr marL="674688" indent="-176213" algn="l" defTabSz="914400" rtl="0" eaLnBrk="1" latinLnBrk="0" hangingPunct="1">
        <a:lnSpc>
          <a:spcPct val="100000"/>
        </a:lnSpc>
        <a:spcBef>
          <a:spcPts val="500"/>
        </a:spcBef>
        <a:buFont typeface="Wingdings" pitchFamily="2" charset="2"/>
        <a:buChar char="§"/>
        <a:tabLst/>
        <a:defRPr sz="1800" kern="1200">
          <a:solidFill>
            <a:schemeClr val="tx1"/>
          </a:solidFill>
          <a:latin typeface="+mn-lt"/>
          <a:ea typeface="+mn-ea"/>
          <a:cs typeface="+mn-cs"/>
        </a:defRPr>
      </a:lvl3pPr>
      <a:lvl4pPr marL="890588" indent="-174625" algn="l" defTabSz="914400" rtl="0" eaLnBrk="1" latinLnBrk="0" hangingPunct="1">
        <a:lnSpc>
          <a:spcPct val="100000"/>
        </a:lnSpc>
        <a:spcBef>
          <a:spcPts val="500"/>
        </a:spcBef>
        <a:buFont typeface="Wingdings" pitchFamily="2" charset="2"/>
        <a:buChar char="§"/>
        <a:tabLst/>
        <a:defRPr sz="1600" kern="1200">
          <a:solidFill>
            <a:schemeClr val="tx1"/>
          </a:solidFill>
          <a:latin typeface="+mn-lt"/>
          <a:ea typeface="+mn-ea"/>
          <a:cs typeface="+mn-cs"/>
        </a:defRPr>
      </a:lvl4pPr>
      <a:lvl5pPr marL="1120775" indent="-176213" algn="l" defTabSz="914400" rtl="0" eaLnBrk="1" latinLnBrk="0" hangingPunct="1">
        <a:lnSpc>
          <a:spcPct val="100000"/>
        </a:lnSpc>
        <a:spcBef>
          <a:spcPts val="500"/>
        </a:spcBef>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0" orient="horz" pos="2160" userDrawn="1">
          <p15:clr>
            <a:srgbClr val="F26B43"/>
          </p15:clr>
        </p15:guide>
        <p15:guide id="11" pos="3840" userDrawn="1">
          <p15:clr>
            <a:srgbClr val="F26B43"/>
          </p15:clr>
        </p15:guide>
        <p15:guide id="12" pos="347" userDrawn="1">
          <p15:clr>
            <a:srgbClr val="A4A3A4"/>
          </p15:clr>
        </p15:guide>
        <p15:guide id="13" pos="7333" userDrawn="1">
          <p15:clr>
            <a:srgbClr val="A4A3A4"/>
          </p15:clr>
        </p15:guide>
        <p15:guide id="14" orient="horz" pos="754" userDrawn="1">
          <p15:clr>
            <a:srgbClr val="A4A3A4"/>
          </p15:clr>
        </p15:guide>
        <p15:guide id="15" orient="horz" pos="164" userDrawn="1">
          <p15:clr>
            <a:srgbClr val="A4A3A4"/>
          </p15:clr>
        </p15:guide>
        <p15:guide id="16" orient="horz" pos="799" userDrawn="1">
          <p15:clr>
            <a:srgbClr val="A4A3A4"/>
          </p15:clr>
        </p15:guide>
        <p15:guide id="17" orient="horz" pos="3929" userDrawn="1">
          <p15:clr>
            <a:srgbClr val="A4A3A4"/>
          </p15:clr>
        </p15:guide>
        <p15:guide id="18" orient="horz" pos="411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hyperlink" Target="https://consensus.app/search/occlusion-level-and-model-performance/9naSvsS-RCa-OCOfCUjSGQ/?utm_source=share&amp;utm_medium=clipboard" TargetMode="Externa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9.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hyperlink" Target="https://www.consensus.app/search/occlusion-effects-on-amodal-completion/DkUhGyW7SiWALkZZsagYww/" TargetMode="Externa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9.xml"/><Relationship Id="rId4" Type="http://schemas.openxmlformats.org/officeDocument/2006/relationships/image" Target="../media/image14.svg"/></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Mit der Winston-Technik Papierberge bewältigen">
            <a:extLst>
              <a:ext uri="{FF2B5EF4-FFF2-40B4-BE49-F238E27FC236}">
                <a16:creationId xmlns:a16="http://schemas.microsoft.com/office/drawing/2014/main" id="{11D955F9-E29C-B4C9-A0F8-904C64D9860A}"/>
              </a:ext>
            </a:extLst>
          </p:cNvPr>
          <p:cNvPicPr>
            <a:picLocks noChangeAspect="1"/>
          </p:cNvPicPr>
          <p:nvPr/>
        </p:nvPicPr>
        <p:blipFill>
          <a:blip r:embed="rId2"/>
          <a:srcRect t="5333" b="2075"/>
          <a:stretch>
            <a:fillRect/>
          </a:stretch>
        </p:blipFill>
        <p:spPr>
          <a:xfrm>
            <a:off x="20" y="-1"/>
            <a:ext cx="12196780" cy="6521841"/>
          </a:xfrm>
          <a:prstGeom prst="rect">
            <a:avLst/>
          </a:prstGeom>
          <a:noFill/>
        </p:spPr>
      </p:pic>
      <p:sp>
        <p:nvSpPr>
          <p:cNvPr id="10" name="Slide Number Placeholder 2">
            <a:extLst>
              <a:ext uri="{FF2B5EF4-FFF2-40B4-BE49-F238E27FC236}">
                <a16:creationId xmlns:a16="http://schemas.microsoft.com/office/drawing/2014/main" id="{8613CC75-6C7D-42E6-79A7-40532B6FF2F9}"/>
              </a:ext>
            </a:extLst>
          </p:cNvPr>
          <p:cNvSpPr>
            <a:spLocks noGrp="1"/>
          </p:cNvSpPr>
          <p:nvPr>
            <p:ph type="sldNum" sz="quarter" idx="16"/>
          </p:nvPr>
        </p:nvSpPr>
        <p:spPr>
          <a:xfrm>
            <a:off x="11641138" y="6508749"/>
            <a:ext cx="550862" cy="365125"/>
          </a:xfrm>
        </p:spPr>
        <p:txBody>
          <a:bodyPr/>
          <a:lstStyle/>
          <a:p>
            <a:pPr>
              <a:spcAft>
                <a:spcPts val="600"/>
              </a:spcAft>
            </a:pPr>
            <a:fld id="{B3284CE9-EFAB-9F4B-868A-1F02DB69B64D}" type="slidenum">
              <a:rPr lang="en-GB" smtClean="0"/>
              <a:pPr>
                <a:spcAft>
                  <a:spcPts val="600"/>
                </a:spcAft>
              </a:pPr>
              <a:t>1</a:t>
            </a:fld>
            <a:endParaRPr lang="en-GB"/>
          </a:p>
        </p:txBody>
      </p:sp>
      <p:pic>
        <p:nvPicPr>
          <p:cNvPr id="6" name="Picture 5">
            <a:extLst>
              <a:ext uri="{FF2B5EF4-FFF2-40B4-BE49-F238E27FC236}">
                <a16:creationId xmlns:a16="http://schemas.microsoft.com/office/drawing/2014/main" id="{AD7E055B-A5E8-0ED1-DCB1-96D8A6285E1A}"/>
              </a:ext>
            </a:extLst>
          </p:cNvPr>
          <p:cNvPicPr>
            <a:picLocks noChangeAspect="1"/>
          </p:cNvPicPr>
          <p:nvPr/>
        </p:nvPicPr>
        <p:blipFill>
          <a:blip r:embed="rId3"/>
          <a:stretch>
            <a:fillRect/>
          </a:stretch>
        </p:blipFill>
        <p:spPr>
          <a:xfrm>
            <a:off x="-501650" y="1265767"/>
            <a:ext cx="4178300" cy="4178300"/>
          </a:xfrm>
          <a:prstGeom prst="rect">
            <a:avLst/>
          </a:prstGeom>
        </p:spPr>
      </p:pic>
    </p:spTree>
    <p:extLst>
      <p:ext uri="{BB962C8B-B14F-4D97-AF65-F5344CB8AC3E}">
        <p14:creationId xmlns:p14="http://schemas.microsoft.com/office/powerpoint/2010/main" val="1606332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145444E-21DA-7184-8ECE-E41D54E2BB6A}"/>
              </a:ext>
            </a:extLst>
          </p:cNvPr>
          <p:cNvSpPr>
            <a:spLocks noGrp="1"/>
          </p:cNvSpPr>
          <p:nvPr>
            <p:ph type="sldNum" sz="quarter" idx="12"/>
          </p:nvPr>
        </p:nvSpPr>
        <p:spPr/>
        <p:txBody>
          <a:bodyPr/>
          <a:lstStyle/>
          <a:p>
            <a:fld id="{B3284CE9-EFAB-9F4B-868A-1F02DB69B64D}" type="slidenum">
              <a:rPr lang="en-GB" smtClean="0"/>
              <a:pPr/>
              <a:t>2</a:t>
            </a:fld>
            <a:endParaRPr lang="en-GB"/>
          </a:p>
        </p:txBody>
      </p:sp>
      <p:sp>
        <p:nvSpPr>
          <p:cNvPr id="6" name="TextBox 5">
            <a:extLst>
              <a:ext uri="{FF2B5EF4-FFF2-40B4-BE49-F238E27FC236}">
                <a16:creationId xmlns:a16="http://schemas.microsoft.com/office/drawing/2014/main" id="{A731EED7-DD04-CB67-73D4-A8F618D3836D}"/>
              </a:ext>
            </a:extLst>
          </p:cNvPr>
          <p:cNvSpPr txBox="1"/>
          <p:nvPr/>
        </p:nvSpPr>
        <p:spPr>
          <a:xfrm>
            <a:off x="4718101" y="2089821"/>
            <a:ext cx="2759152"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cs typeface="Arial"/>
              </a:rPr>
              <a:t>AI as assistance</a:t>
            </a:r>
          </a:p>
          <a:p>
            <a:endParaRPr lang="en-US" sz="2400" dirty="0">
              <a:cs typeface="Arial"/>
            </a:endParaRPr>
          </a:p>
          <a:p>
            <a:endParaRPr lang="en-US" sz="2400" dirty="0">
              <a:cs typeface="Arial"/>
            </a:endParaRPr>
          </a:p>
          <a:p>
            <a:r>
              <a:rPr lang="en-US" sz="2400">
                <a:cs typeface="Arial"/>
              </a:rPr>
              <a:t>Validate output</a:t>
            </a:r>
            <a:endParaRPr lang="en-US" sz="2400" dirty="0">
              <a:cs typeface="Arial"/>
            </a:endParaRPr>
          </a:p>
          <a:p>
            <a:endParaRPr lang="en-US" sz="2400" dirty="0">
              <a:cs typeface="Arial"/>
            </a:endParaRPr>
          </a:p>
          <a:p>
            <a:endParaRPr lang="en-US" sz="2400" dirty="0">
              <a:cs typeface="Arial"/>
            </a:endParaRPr>
          </a:p>
          <a:p>
            <a:r>
              <a:rPr lang="en-US" sz="2400">
                <a:cs typeface="Arial"/>
              </a:rPr>
              <a:t>Limit use of AI</a:t>
            </a:r>
            <a:endParaRPr lang="en-US" sz="2400" dirty="0">
              <a:cs typeface="Arial"/>
            </a:endParaRPr>
          </a:p>
        </p:txBody>
      </p:sp>
    </p:spTree>
    <p:extLst>
      <p:ext uri="{BB962C8B-B14F-4D97-AF65-F5344CB8AC3E}">
        <p14:creationId xmlns:p14="http://schemas.microsoft.com/office/powerpoint/2010/main" val="2527870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3498409-6388-4226-C570-75BF376063B7}"/>
              </a:ext>
            </a:extLst>
          </p:cNvPr>
          <p:cNvSpPr>
            <a:spLocks noGrp="1"/>
          </p:cNvSpPr>
          <p:nvPr>
            <p:ph type="sldNum" sz="quarter" idx="12"/>
          </p:nvPr>
        </p:nvSpPr>
        <p:spPr/>
        <p:txBody>
          <a:bodyPr/>
          <a:lstStyle/>
          <a:p>
            <a:fld id="{B3284CE9-EFAB-9F4B-868A-1F02DB69B64D}" type="slidenum">
              <a:rPr lang="en-GB" smtClean="0"/>
              <a:pPr/>
              <a:t>3</a:t>
            </a:fld>
            <a:endParaRPr lang="en-GB"/>
          </a:p>
        </p:txBody>
      </p:sp>
      <p:pic>
        <p:nvPicPr>
          <p:cNvPr id="6" name="Picture 5" descr="A diagram of a library&#10;&#10;AI-generated content may be incorrect.">
            <a:extLst>
              <a:ext uri="{FF2B5EF4-FFF2-40B4-BE49-F238E27FC236}">
                <a16:creationId xmlns:a16="http://schemas.microsoft.com/office/drawing/2014/main" id="{DA980C2B-C21E-5A3B-E96E-D5595E0C1623}"/>
              </a:ext>
            </a:extLst>
          </p:cNvPr>
          <p:cNvPicPr>
            <a:picLocks noChangeAspect="1"/>
          </p:cNvPicPr>
          <p:nvPr/>
        </p:nvPicPr>
        <p:blipFill>
          <a:blip r:embed="rId2">
            <a:alphaModFix amt="35000"/>
          </a:blip>
          <a:stretch>
            <a:fillRect/>
          </a:stretch>
        </p:blipFill>
        <p:spPr>
          <a:xfrm>
            <a:off x="899299" y="1210721"/>
            <a:ext cx="10402693" cy="4436559"/>
          </a:xfrm>
          <a:prstGeom prst="rect">
            <a:avLst/>
          </a:prstGeom>
        </p:spPr>
      </p:pic>
      <p:pic>
        <p:nvPicPr>
          <p:cNvPr id="3" name="Picture 5" descr="A diagram of a library&#10;&#10;AI-generated content may be incorrect.">
            <a:extLst>
              <a:ext uri="{FF2B5EF4-FFF2-40B4-BE49-F238E27FC236}">
                <a16:creationId xmlns:a16="http://schemas.microsoft.com/office/drawing/2014/main" id="{DD1AD34C-6E87-7D24-8B52-A7500A21D35B}"/>
              </a:ext>
            </a:extLst>
          </p:cNvPr>
          <p:cNvPicPr>
            <a:picLocks noChangeAspect="1"/>
          </p:cNvPicPr>
          <p:nvPr/>
        </p:nvPicPr>
        <p:blipFill>
          <a:blip r:embed="rId2"/>
          <a:srcRect l="21646" r="52435" b="54360"/>
          <a:stretch>
            <a:fillRect/>
          </a:stretch>
        </p:blipFill>
        <p:spPr>
          <a:xfrm>
            <a:off x="3141785" y="1210720"/>
            <a:ext cx="2696307" cy="2024849"/>
          </a:xfrm>
          <a:prstGeom prst="rect">
            <a:avLst/>
          </a:prstGeom>
        </p:spPr>
      </p:pic>
    </p:spTree>
    <p:extLst>
      <p:ext uri="{BB962C8B-B14F-4D97-AF65-F5344CB8AC3E}">
        <p14:creationId xmlns:p14="http://schemas.microsoft.com/office/powerpoint/2010/main" val="203276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82AB49-11CC-F78C-8866-FD1CB1B10DC2}"/>
              </a:ext>
            </a:extLst>
          </p:cNvPr>
          <p:cNvSpPr>
            <a:spLocks noGrp="1"/>
          </p:cNvSpPr>
          <p:nvPr>
            <p:ph type="sldNum" sz="quarter" idx="12"/>
          </p:nvPr>
        </p:nvSpPr>
        <p:spPr/>
        <p:txBody>
          <a:bodyPr/>
          <a:lstStyle/>
          <a:p>
            <a:fld id="{B3284CE9-EFAB-9F4B-868A-1F02DB69B64D}" type="slidenum">
              <a:rPr lang="en-GB" smtClean="0"/>
              <a:pPr/>
              <a:t>4</a:t>
            </a:fld>
            <a:endParaRPr lang="en-GB"/>
          </a:p>
        </p:txBody>
      </p:sp>
      <p:sp>
        <p:nvSpPr>
          <p:cNvPr id="5" name="Textfeld 4">
            <a:extLst>
              <a:ext uri="{FF2B5EF4-FFF2-40B4-BE49-F238E27FC236}">
                <a16:creationId xmlns:a16="http://schemas.microsoft.com/office/drawing/2014/main" id="{8CD73471-9B25-FB9D-A241-FD9C88D1D1C6}"/>
              </a:ext>
            </a:extLst>
          </p:cNvPr>
          <p:cNvSpPr txBox="1"/>
          <p:nvPr/>
        </p:nvSpPr>
        <p:spPr>
          <a:xfrm>
            <a:off x="1608183" y="2274837"/>
            <a:ext cx="8975634" cy="830997"/>
          </a:xfrm>
          <a:prstGeom prst="rect">
            <a:avLst/>
          </a:prstGeom>
          <a:noFill/>
        </p:spPr>
        <p:txBody>
          <a:bodyPr wrap="square" rtlCol="0">
            <a:spAutoFit/>
          </a:bodyPr>
          <a:lstStyle/>
          <a:p>
            <a:r>
              <a:rPr lang="de-DE" sz="2400" dirty="0">
                <a:hlinkClick r:id="rId2"/>
              </a:rPr>
              <a:t>Consensus</a:t>
            </a:r>
            <a:r>
              <a:rPr lang="de-DE" sz="2400" dirty="0"/>
              <a:t>: </a:t>
            </a:r>
            <a:r>
              <a:rPr lang="en-US" sz="2400" dirty="0"/>
              <a:t>How does occlusion level influence the performance of machine learning models on </a:t>
            </a:r>
            <a:r>
              <a:rPr lang="en-US" sz="2400" dirty="0" err="1"/>
              <a:t>amodal</a:t>
            </a:r>
            <a:r>
              <a:rPr lang="en-US" sz="2400" dirty="0"/>
              <a:t> completion tasks?</a:t>
            </a:r>
            <a:endParaRPr lang="de-DE" sz="2400" dirty="0"/>
          </a:p>
        </p:txBody>
      </p:sp>
      <p:sp>
        <p:nvSpPr>
          <p:cNvPr id="6" name="Textfeld 5">
            <a:extLst>
              <a:ext uri="{FF2B5EF4-FFF2-40B4-BE49-F238E27FC236}">
                <a16:creationId xmlns:a16="http://schemas.microsoft.com/office/drawing/2014/main" id="{DA0C31EF-9A08-199A-1E61-45117D0CBF3D}"/>
              </a:ext>
            </a:extLst>
          </p:cNvPr>
          <p:cNvSpPr txBox="1"/>
          <p:nvPr/>
        </p:nvSpPr>
        <p:spPr>
          <a:xfrm>
            <a:off x="4900246" y="4454770"/>
            <a:ext cx="2391508" cy="461665"/>
          </a:xfrm>
          <a:prstGeom prst="rect">
            <a:avLst/>
          </a:prstGeom>
          <a:noFill/>
        </p:spPr>
        <p:txBody>
          <a:bodyPr wrap="square" rtlCol="0">
            <a:spAutoFit/>
          </a:bodyPr>
          <a:lstStyle/>
          <a:p>
            <a:r>
              <a:rPr lang="de-DE" sz="2400" dirty="0"/>
              <a:t>=&gt; 50 </a:t>
            </a:r>
            <a:r>
              <a:rPr lang="de-DE" sz="2400" dirty="0" err="1"/>
              <a:t>articles</a:t>
            </a:r>
            <a:endParaRPr lang="de-DE" sz="2400" dirty="0"/>
          </a:p>
        </p:txBody>
      </p:sp>
    </p:spTree>
    <p:extLst>
      <p:ext uri="{BB962C8B-B14F-4D97-AF65-F5344CB8AC3E}">
        <p14:creationId xmlns:p14="http://schemas.microsoft.com/office/powerpoint/2010/main" val="3595283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496EE35E-0A04-A566-6A46-273B929A0FF3}"/>
              </a:ext>
            </a:extLst>
          </p:cNvPr>
          <p:cNvPicPr>
            <a:picLocks noChangeAspect="1"/>
          </p:cNvPicPr>
          <p:nvPr/>
        </p:nvPicPr>
        <p:blipFill>
          <a:blip r:embed="rId2"/>
          <a:stretch>
            <a:fillRect/>
          </a:stretch>
        </p:blipFill>
        <p:spPr>
          <a:xfrm>
            <a:off x="2693774" y="398585"/>
            <a:ext cx="6804452" cy="4712084"/>
          </a:xfrm>
          <a:prstGeom prst="rect">
            <a:avLst/>
          </a:prstGeom>
          <a:noFill/>
        </p:spPr>
      </p:pic>
      <p:sp>
        <p:nvSpPr>
          <p:cNvPr id="2" name="Foliennummernplatzhalter 1" hidden="1">
            <a:extLst>
              <a:ext uri="{FF2B5EF4-FFF2-40B4-BE49-F238E27FC236}">
                <a16:creationId xmlns:a16="http://schemas.microsoft.com/office/drawing/2014/main" id="{750E39CF-A4E4-BF64-B433-6898A2CA244D}"/>
              </a:ext>
            </a:extLst>
          </p:cNvPr>
          <p:cNvSpPr>
            <a:spLocks noGrp="1"/>
          </p:cNvSpPr>
          <p:nvPr>
            <p:ph type="sldNum" sz="quarter" idx="12"/>
          </p:nvPr>
        </p:nvSpPr>
        <p:spPr/>
        <p:txBody>
          <a:bodyPr/>
          <a:lstStyle/>
          <a:p>
            <a:pPr>
              <a:spcAft>
                <a:spcPts val="600"/>
              </a:spcAft>
            </a:pPr>
            <a:fld id="{B3284CE9-EFAB-9F4B-868A-1F02DB69B64D}" type="slidenum">
              <a:rPr lang="en-GB" smtClean="0"/>
              <a:pPr>
                <a:spcAft>
                  <a:spcPts val="600"/>
                </a:spcAft>
              </a:pPr>
              <a:t>5</a:t>
            </a:fld>
            <a:endParaRPr lang="en-GB"/>
          </a:p>
        </p:txBody>
      </p:sp>
      <p:sp>
        <p:nvSpPr>
          <p:cNvPr id="6" name="Textfeld 5">
            <a:extLst>
              <a:ext uri="{FF2B5EF4-FFF2-40B4-BE49-F238E27FC236}">
                <a16:creationId xmlns:a16="http://schemas.microsoft.com/office/drawing/2014/main" id="{87FB515D-0E55-91AB-B14B-EDF5A6167CB0}"/>
              </a:ext>
            </a:extLst>
          </p:cNvPr>
          <p:cNvSpPr txBox="1"/>
          <p:nvPr/>
        </p:nvSpPr>
        <p:spPr>
          <a:xfrm>
            <a:off x="4900246" y="5462955"/>
            <a:ext cx="2391508" cy="461665"/>
          </a:xfrm>
          <a:prstGeom prst="rect">
            <a:avLst/>
          </a:prstGeom>
          <a:noFill/>
        </p:spPr>
        <p:txBody>
          <a:bodyPr wrap="square" rtlCol="0">
            <a:spAutoFit/>
          </a:bodyPr>
          <a:lstStyle/>
          <a:p>
            <a:r>
              <a:rPr lang="de-DE" sz="2400" dirty="0"/>
              <a:t>=&gt; 21 </a:t>
            </a:r>
            <a:r>
              <a:rPr lang="de-DE" sz="2400" dirty="0" err="1"/>
              <a:t>articles</a:t>
            </a:r>
            <a:endParaRPr lang="de-DE" sz="2400" dirty="0"/>
          </a:p>
        </p:txBody>
      </p:sp>
    </p:spTree>
    <p:extLst>
      <p:ext uri="{BB962C8B-B14F-4D97-AF65-F5344CB8AC3E}">
        <p14:creationId xmlns:p14="http://schemas.microsoft.com/office/powerpoint/2010/main" val="2060339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3CDD09C8-54A0-8E2E-A487-2B176954CC1B}"/>
              </a:ext>
            </a:extLst>
          </p:cNvPr>
          <p:cNvSpPr>
            <a:spLocks noGrp="1"/>
          </p:cNvSpPr>
          <p:nvPr>
            <p:ph type="sldNum" sz="quarter" idx="12"/>
          </p:nvPr>
        </p:nvSpPr>
        <p:spPr/>
        <p:txBody>
          <a:bodyPr/>
          <a:lstStyle/>
          <a:p>
            <a:fld id="{B3284CE9-EFAB-9F4B-868A-1F02DB69B64D}" type="slidenum">
              <a:rPr lang="en-GB" smtClean="0"/>
              <a:pPr/>
              <a:t>6</a:t>
            </a:fld>
            <a:endParaRPr lang="en-GB"/>
          </a:p>
        </p:txBody>
      </p:sp>
      <p:pic>
        <p:nvPicPr>
          <p:cNvPr id="6" name="Grafik 5">
            <a:extLst>
              <a:ext uri="{FF2B5EF4-FFF2-40B4-BE49-F238E27FC236}">
                <a16:creationId xmlns:a16="http://schemas.microsoft.com/office/drawing/2014/main" id="{C1066AEC-2F58-8196-4AE1-B605039364AD}"/>
              </a:ext>
            </a:extLst>
          </p:cNvPr>
          <p:cNvPicPr>
            <a:picLocks noChangeAspect="1"/>
          </p:cNvPicPr>
          <p:nvPr/>
        </p:nvPicPr>
        <p:blipFill>
          <a:blip r:embed="rId2"/>
          <a:stretch>
            <a:fillRect/>
          </a:stretch>
        </p:blipFill>
        <p:spPr>
          <a:xfrm>
            <a:off x="537166" y="199090"/>
            <a:ext cx="3952772" cy="2397963"/>
          </a:xfrm>
          <a:prstGeom prst="rect">
            <a:avLst/>
          </a:prstGeom>
        </p:spPr>
      </p:pic>
      <p:pic>
        <p:nvPicPr>
          <p:cNvPr id="8" name="Grafik 7">
            <a:extLst>
              <a:ext uri="{FF2B5EF4-FFF2-40B4-BE49-F238E27FC236}">
                <a16:creationId xmlns:a16="http://schemas.microsoft.com/office/drawing/2014/main" id="{7D6FC0C2-2309-F8D0-A514-D33E5FBA1152}"/>
              </a:ext>
            </a:extLst>
          </p:cNvPr>
          <p:cNvPicPr>
            <a:picLocks noChangeAspect="1"/>
          </p:cNvPicPr>
          <p:nvPr/>
        </p:nvPicPr>
        <p:blipFill>
          <a:blip r:embed="rId3"/>
          <a:stretch>
            <a:fillRect/>
          </a:stretch>
        </p:blipFill>
        <p:spPr>
          <a:xfrm>
            <a:off x="1498484" y="3122264"/>
            <a:ext cx="4688894" cy="2697856"/>
          </a:xfrm>
          <a:prstGeom prst="rect">
            <a:avLst/>
          </a:prstGeom>
        </p:spPr>
      </p:pic>
      <p:pic>
        <p:nvPicPr>
          <p:cNvPr id="10" name="Grafik 9">
            <a:extLst>
              <a:ext uri="{FF2B5EF4-FFF2-40B4-BE49-F238E27FC236}">
                <a16:creationId xmlns:a16="http://schemas.microsoft.com/office/drawing/2014/main" id="{6A842B97-2E27-9CB4-BADC-53151564650C}"/>
              </a:ext>
            </a:extLst>
          </p:cNvPr>
          <p:cNvPicPr>
            <a:picLocks noChangeAspect="1"/>
          </p:cNvPicPr>
          <p:nvPr/>
        </p:nvPicPr>
        <p:blipFill>
          <a:blip r:embed="rId4"/>
          <a:stretch>
            <a:fillRect/>
          </a:stretch>
        </p:blipFill>
        <p:spPr>
          <a:xfrm>
            <a:off x="5445452" y="199090"/>
            <a:ext cx="3683969" cy="2697856"/>
          </a:xfrm>
          <a:prstGeom prst="rect">
            <a:avLst/>
          </a:prstGeom>
        </p:spPr>
      </p:pic>
      <p:pic>
        <p:nvPicPr>
          <p:cNvPr id="12" name="Grafik 11">
            <a:extLst>
              <a:ext uri="{FF2B5EF4-FFF2-40B4-BE49-F238E27FC236}">
                <a16:creationId xmlns:a16="http://schemas.microsoft.com/office/drawing/2014/main" id="{7ADF6051-7164-7279-3DA6-658B60B3D20F}"/>
              </a:ext>
            </a:extLst>
          </p:cNvPr>
          <p:cNvPicPr>
            <a:picLocks noChangeAspect="1"/>
          </p:cNvPicPr>
          <p:nvPr/>
        </p:nvPicPr>
        <p:blipFill>
          <a:blip r:embed="rId5"/>
          <a:stretch>
            <a:fillRect/>
          </a:stretch>
        </p:blipFill>
        <p:spPr>
          <a:xfrm>
            <a:off x="7531111" y="3122263"/>
            <a:ext cx="3972200" cy="2697857"/>
          </a:xfrm>
          <a:prstGeom prst="rect">
            <a:avLst/>
          </a:prstGeom>
        </p:spPr>
      </p:pic>
      <p:sp>
        <p:nvSpPr>
          <p:cNvPr id="13" name="Textfeld 12">
            <a:extLst>
              <a:ext uri="{FF2B5EF4-FFF2-40B4-BE49-F238E27FC236}">
                <a16:creationId xmlns:a16="http://schemas.microsoft.com/office/drawing/2014/main" id="{FD277E44-2567-6795-5DEC-B4695DE17D09}"/>
              </a:ext>
            </a:extLst>
          </p:cNvPr>
          <p:cNvSpPr txBox="1"/>
          <p:nvPr/>
        </p:nvSpPr>
        <p:spPr>
          <a:xfrm>
            <a:off x="4900246" y="5883666"/>
            <a:ext cx="2391508" cy="461665"/>
          </a:xfrm>
          <a:prstGeom prst="rect">
            <a:avLst/>
          </a:prstGeom>
          <a:noFill/>
        </p:spPr>
        <p:txBody>
          <a:bodyPr wrap="square" rtlCol="0">
            <a:spAutoFit/>
          </a:bodyPr>
          <a:lstStyle/>
          <a:p>
            <a:r>
              <a:rPr lang="de-DE" sz="2400" dirty="0"/>
              <a:t>=&gt; 63 </a:t>
            </a:r>
            <a:r>
              <a:rPr lang="de-DE" sz="2400" dirty="0" err="1"/>
              <a:t>articles</a:t>
            </a:r>
            <a:endParaRPr lang="de-DE" sz="2400" dirty="0"/>
          </a:p>
        </p:txBody>
      </p:sp>
    </p:spTree>
    <p:extLst>
      <p:ext uri="{BB962C8B-B14F-4D97-AF65-F5344CB8AC3E}">
        <p14:creationId xmlns:p14="http://schemas.microsoft.com/office/powerpoint/2010/main" val="1614813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B2D7A-6F4B-EC3B-AA46-5201FD08FA9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D5A7CD-CA27-8414-CF5D-E9E8546382AE}"/>
              </a:ext>
            </a:extLst>
          </p:cNvPr>
          <p:cNvSpPr>
            <a:spLocks noGrp="1"/>
          </p:cNvSpPr>
          <p:nvPr>
            <p:ph type="sldNum" sz="quarter" idx="12"/>
          </p:nvPr>
        </p:nvSpPr>
        <p:spPr/>
        <p:txBody>
          <a:bodyPr/>
          <a:lstStyle/>
          <a:p>
            <a:fld id="{B3284CE9-EFAB-9F4B-868A-1F02DB69B64D}" type="slidenum">
              <a:rPr lang="en-GB" smtClean="0"/>
              <a:pPr/>
              <a:t>7</a:t>
            </a:fld>
            <a:endParaRPr lang="en-GB"/>
          </a:p>
        </p:txBody>
      </p:sp>
      <p:pic>
        <p:nvPicPr>
          <p:cNvPr id="6" name="Picture 5" descr="A diagram of a library&#10;&#10;AI-generated content may be incorrect.">
            <a:extLst>
              <a:ext uri="{FF2B5EF4-FFF2-40B4-BE49-F238E27FC236}">
                <a16:creationId xmlns:a16="http://schemas.microsoft.com/office/drawing/2014/main" id="{38B77EC3-D962-03E7-161B-DE2D7A3E174C}"/>
              </a:ext>
            </a:extLst>
          </p:cNvPr>
          <p:cNvPicPr>
            <a:picLocks noChangeAspect="1"/>
          </p:cNvPicPr>
          <p:nvPr/>
        </p:nvPicPr>
        <p:blipFill>
          <a:blip r:embed="rId2">
            <a:alphaModFix amt="35000"/>
          </a:blip>
          <a:stretch>
            <a:fillRect/>
          </a:stretch>
        </p:blipFill>
        <p:spPr>
          <a:xfrm>
            <a:off x="899299" y="1210721"/>
            <a:ext cx="10402693" cy="4436559"/>
          </a:xfrm>
          <a:prstGeom prst="rect">
            <a:avLst/>
          </a:prstGeom>
        </p:spPr>
      </p:pic>
      <p:pic>
        <p:nvPicPr>
          <p:cNvPr id="3" name="Picture 5" descr="A diagram of a library&#10;&#10;AI-generated content may be incorrect.">
            <a:extLst>
              <a:ext uri="{FF2B5EF4-FFF2-40B4-BE49-F238E27FC236}">
                <a16:creationId xmlns:a16="http://schemas.microsoft.com/office/drawing/2014/main" id="{381E3AB1-0D35-C8A7-12E3-059E39B5332A}"/>
              </a:ext>
            </a:extLst>
          </p:cNvPr>
          <p:cNvPicPr>
            <a:picLocks noChangeAspect="1"/>
          </p:cNvPicPr>
          <p:nvPr/>
        </p:nvPicPr>
        <p:blipFill>
          <a:blip r:embed="rId2"/>
          <a:srcRect l="22458" t="32428" r="52750"/>
          <a:stretch>
            <a:fillRect/>
          </a:stretch>
        </p:blipFill>
        <p:spPr>
          <a:xfrm>
            <a:off x="3235569" y="2649415"/>
            <a:ext cx="2579077" cy="2997864"/>
          </a:xfrm>
          <a:prstGeom prst="rect">
            <a:avLst/>
          </a:prstGeom>
        </p:spPr>
      </p:pic>
    </p:spTree>
    <p:extLst>
      <p:ext uri="{BB962C8B-B14F-4D97-AF65-F5344CB8AC3E}">
        <p14:creationId xmlns:p14="http://schemas.microsoft.com/office/powerpoint/2010/main" val="3846991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E1A35F89-336E-19DB-5ECB-6B954B246D6A}"/>
              </a:ext>
            </a:extLst>
          </p:cNvPr>
          <p:cNvSpPr>
            <a:spLocks noGrp="1"/>
          </p:cNvSpPr>
          <p:nvPr>
            <p:ph sz="half" idx="2"/>
          </p:nvPr>
        </p:nvSpPr>
        <p:spPr>
          <a:xfrm>
            <a:off x="556017" y="1189490"/>
            <a:ext cx="5158800" cy="4108690"/>
          </a:xfrm>
        </p:spPr>
        <p:txBody>
          <a:bodyPr/>
          <a:lstStyle/>
          <a:p>
            <a:r>
              <a:rPr lang="en-US" dirty="0"/>
              <a:t>Topic Relevance</a:t>
            </a:r>
          </a:p>
          <a:p>
            <a:r>
              <a:rPr lang="en-US" dirty="0"/>
              <a:t>Method Relevance</a:t>
            </a:r>
          </a:p>
          <a:p>
            <a:r>
              <a:rPr lang="en-US" dirty="0"/>
              <a:t>Domain Relevance</a:t>
            </a:r>
          </a:p>
          <a:p>
            <a:r>
              <a:rPr lang="en-US" dirty="0"/>
              <a:t>Usefulness</a:t>
            </a:r>
          </a:p>
          <a:p>
            <a:r>
              <a:rPr lang="en-US" dirty="0"/>
              <a:t>Recency</a:t>
            </a:r>
          </a:p>
          <a:p>
            <a:r>
              <a:rPr lang="en-US" dirty="0"/>
              <a:t>Novelty</a:t>
            </a:r>
          </a:p>
          <a:p>
            <a:r>
              <a:rPr lang="en-US" dirty="0"/>
              <a:t>Score from 0-2</a:t>
            </a:r>
          </a:p>
          <a:p>
            <a:endParaRPr lang="de-DE" dirty="0"/>
          </a:p>
        </p:txBody>
      </p:sp>
      <p:sp>
        <p:nvSpPr>
          <p:cNvPr id="8" name="Textplatzhalter 7">
            <a:extLst>
              <a:ext uri="{FF2B5EF4-FFF2-40B4-BE49-F238E27FC236}">
                <a16:creationId xmlns:a16="http://schemas.microsoft.com/office/drawing/2014/main" id="{7264C309-59EC-B08A-1356-5ABCB6CFD6FB}"/>
              </a:ext>
            </a:extLst>
          </p:cNvPr>
          <p:cNvSpPr>
            <a:spLocks noGrp="1"/>
          </p:cNvSpPr>
          <p:nvPr>
            <p:ph type="body" sz="quarter" idx="3"/>
          </p:nvPr>
        </p:nvSpPr>
        <p:spPr>
          <a:xfrm>
            <a:off x="6193329" y="347134"/>
            <a:ext cx="5158800" cy="823911"/>
          </a:xfrm>
        </p:spPr>
        <p:txBody>
          <a:bodyPr/>
          <a:lstStyle/>
          <a:p>
            <a:r>
              <a:rPr lang="de-DE" dirty="0"/>
              <a:t>Manual Screening</a:t>
            </a:r>
          </a:p>
        </p:txBody>
      </p:sp>
      <p:sp>
        <p:nvSpPr>
          <p:cNvPr id="9" name="Inhaltsplatzhalter 8">
            <a:extLst>
              <a:ext uri="{FF2B5EF4-FFF2-40B4-BE49-F238E27FC236}">
                <a16:creationId xmlns:a16="http://schemas.microsoft.com/office/drawing/2014/main" id="{4077EC4A-7188-3C01-B557-495544CDC0DE}"/>
              </a:ext>
            </a:extLst>
          </p:cNvPr>
          <p:cNvSpPr>
            <a:spLocks noGrp="1"/>
          </p:cNvSpPr>
          <p:nvPr>
            <p:ph sz="quarter" idx="4"/>
          </p:nvPr>
        </p:nvSpPr>
        <p:spPr>
          <a:xfrm>
            <a:off x="6096000" y="1171045"/>
            <a:ext cx="5158800" cy="4108690"/>
          </a:xfrm>
        </p:spPr>
        <p:txBody>
          <a:bodyPr/>
          <a:lstStyle/>
          <a:p>
            <a:r>
              <a:rPr lang="de-DE" dirty="0" err="1"/>
              <a:t>Based</a:t>
            </a:r>
            <a:r>
              <a:rPr lang="de-DE" dirty="0"/>
              <a:t> on Year</a:t>
            </a:r>
          </a:p>
          <a:p>
            <a:r>
              <a:rPr lang="de-DE" dirty="0" err="1"/>
              <a:t>Citation</a:t>
            </a:r>
            <a:r>
              <a:rPr lang="de-DE" dirty="0"/>
              <a:t> Count</a:t>
            </a:r>
          </a:p>
          <a:p>
            <a:r>
              <a:rPr lang="de-DE" dirty="0" err="1"/>
              <a:t>Venue</a:t>
            </a:r>
            <a:r>
              <a:rPr lang="de-DE" dirty="0"/>
              <a:t>?</a:t>
            </a:r>
          </a:p>
        </p:txBody>
      </p:sp>
      <p:sp>
        <p:nvSpPr>
          <p:cNvPr id="4" name="Foliennummernplatzhalter 3">
            <a:extLst>
              <a:ext uri="{FF2B5EF4-FFF2-40B4-BE49-F238E27FC236}">
                <a16:creationId xmlns:a16="http://schemas.microsoft.com/office/drawing/2014/main" id="{C561DB05-E5DD-5744-012E-C89FF82E2EBA}"/>
              </a:ext>
            </a:extLst>
          </p:cNvPr>
          <p:cNvSpPr>
            <a:spLocks noGrp="1"/>
          </p:cNvSpPr>
          <p:nvPr>
            <p:ph type="sldNum" sz="quarter" idx="12"/>
          </p:nvPr>
        </p:nvSpPr>
        <p:spPr/>
        <p:txBody>
          <a:bodyPr/>
          <a:lstStyle/>
          <a:p>
            <a:fld id="{B3284CE9-EFAB-9F4B-868A-1F02DB69B64D}" type="slidenum">
              <a:rPr lang="en-GB" smtClean="0"/>
              <a:pPr/>
              <a:t>8</a:t>
            </a:fld>
            <a:endParaRPr lang="en-GB"/>
          </a:p>
        </p:txBody>
      </p:sp>
      <p:sp>
        <p:nvSpPr>
          <p:cNvPr id="11" name="Textplatzhalter 10">
            <a:extLst>
              <a:ext uri="{FF2B5EF4-FFF2-40B4-BE49-F238E27FC236}">
                <a16:creationId xmlns:a16="http://schemas.microsoft.com/office/drawing/2014/main" id="{6F7E14D0-485B-C4C1-96D5-4F15A095FEF2}"/>
              </a:ext>
            </a:extLst>
          </p:cNvPr>
          <p:cNvSpPr>
            <a:spLocks noGrp="1"/>
          </p:cNvSpPr>
          <p:nvPr>
            <p:ph type="body" idx="1"/>
          </p:nvPr>
        </p:nvSpPr>
        <p:spPr>
          <a:xfrm>
            <a:off x="556017" y="347134"/>
            <a:ext cx="5158800" cy="823912"/>
          </a:xfrm>
        </p:spPr>
        <p:txBody>
          <a:bodyPr/>
          <a:lstStyle/>
          <a:p>
            <a:r>
              <a:rPr lang="de-DE" dirty="0"/>
              <a:t>Screening </a:t>
            </a:r>
            <a:r>
              <a:rPr lang="de-DE" dirty="0" err="1"/>
              <a:t>with</a:t>
            </a:r>
            <a:r>
              <a:rPr lang="de-DE" dirty="0"/>
              <a:t> </a:t>
            </a:r>
            <a:r>
              <a:rPr lang="de-DE" dirty="0">
                <a:hlinkClick r:id="rId2"/>
              </a:rPr>
              <a:t>Consensus</a:t>
            </a:r>
            <a:endParaRPr lang="de-DE" dirty="0"/>
          </a:p>
        </p:txBody>
      </p:sp>
    </p:spTree>
    <p:extLst>
      <p:ext uri="{BB962C8B-B14F-4D97-AF65-F5344CB8AC3E}">
        <p14:creationId xmlns:p14="http://schemas.microsoft.com/office/powerpoint/2010/main" val="1221308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18B73-B20B-A09D-853E-453C11D6EB0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76A932-57F8-E629-C5BF-897CEC17F34F}"/>
              </a:ext>
            </a:extLst>
          </p:cNvPr>
          <p:cNvSpPr>
            <a:spLocks noGrp="1"/>
          </p:cNvSpPr>
          <p:nvPr>
            <p:ph type="sldNum" sz="quarter" idx="12"/>
          </p:nvPr>
        </p:nvSpPr>
        <p:spPr/>
        <p:txBody>
          <a:bodyPr/>
          <a:lstStyle/>
          <a:p>
            <a:fld id="{B3284CE9-EFAB-9F4B-868A-1F02DB69B64D}" type="slidenum">
              <a:rPr lang="en-GB" smtClean="0"/>
              <a:pPr/>
              <a:t>9</a:t>
            </a:fld>
            <a:endParaRPr lang="en-GB"/>
          </a:p>
        </p:txBody>
      </p:sp>
      <p:pic>
        <p:nvPicPr>
          <p:cNvPr id="6" name="Picture 5" descr="A diagram of a library&#10;&#10;AI-generated content may be incorrect.">
            <a:extLst>
              <a:ext uri="{FF2B5EF4-FFF2-40B4-BE49-F238E27FC236}">
                <a16:creationId xmlns:a16="http://schemas.microsoft.com/office/drawing/2014/main" id="{0526985E-2FC8-74F1-7D24-0490D711D44B}"/>
              </a:ext>
            </a:extLst>
          </p:cNvPr>
          <p:cNvPicPr>
            <a:picLocks noChangeAspect="1"/>
          </p:cNvPicPr>
          <p:nvPr/>
        </p:nvPicPr>
        <p:blipFill>
          <a:blip r:embed="rId2">
            <a:alphaModFix amt="35000"/>
          </a:blip>
          <a:stretch>
            <a:fillRect/>
          </a:stretch>
        </p:blipFill>
        <p:spPr>
          <a:xfrm>
            <a:off x="899299" y="1210721"/>
            <a:ext cx="10402693" cy="4436559"/>
          </a:xfrm>
          <a:prstGeom prst="rect">
            <a:avLst/>
          </a:prstGeom>
        </p:spPr>
      </p:pic>
      <p:pic>
        <p:nvPicPr>
          <p:cNvPr id="3" name="Picture 5" descr="A diagram of a library&#10;&#10;AI-generated content may be incorrect.">
            <a:extLst>
              <a:ext uri="{FF2B5EF4-FFF2-40B4-BE49-F238E27FC236}">
                <a16:creationId xmlns:a16="http://schemas.microsoft.com/office/drawing/2014/main" id="{8F562A94-75D5-C5E9-0B1D-7D886186AF37}"/>
              </a:ext>
            </a:extLst>
          </p:cNvPr>
          <p:cNvPicPr>
            <a:picLocks noChangeAspect="1"/>
          </p:cNvPicPr>
          <p:nvPr/>
        </p:nvPicPr>
        <p:blipFill>
          <a:blip r:embed="rId2"/>
          <a:srcRect l="47565" t="58059" r="27755"/>
          <a:stretch>
            <a:fillRect/>
          </a:stretch>
        </p:blipFill>
        <p:spPr>
          <a:xfrm>
            <a:off x="5838093" y="3786554"/>
            <a:ext cx="2567354" cy="1860725"/>
          </a:xfrm>
          <a:prstGeom prst="rect">
            <a:avLst/>
          </a:prstGeom>
        </p:spPr>
      </p:pic>
      <p:pic>
        <p:nvPicPr>
          <p:cNvPr id="4" name="Picture 5" descr="A diagram of a library&#10;&#10;AI-generated content may be incorrect.">
            <a:extLst>
              <a:ext uri="{FF2B5EF4-FFF2-40B4-BE49-F238E27FC236}">
                <a16:creationId xmlns:a16="http://schemas.microsoft.com/office/drawing/2014/main" id="{7EB5DC85-9458-C6F1-D66C-90B3198DB481}"/>
              </a:ext>
            </a:extLst>
          </p:cNvPr>
          <p:cNvPicPr>
            <a:picLocks noChangeAspect="1"/>
          </p:cNvPicPr>
          <p:nvPr/>
        </p:nvPicPr>
        <p:blipFill>
          <a:blip r:embed="rId2"/>
          <a:srcRect l="26491" t="77349" r="52435"/>
          <a:stretch>
            <a:fillRect/>
          </a:stretch>
        </p:blipFill>
        <p:spPr>
          <a:xfrm>
            <a:off x="3645877" y="4642338"/>
            <a:ext cx="2192216" cy="1004941"/>
          </a:xfrm>
          <a:prstGeom prst="rect">
            <a:avLst/>
          </a:prstGeom>
        </p:spPr>
      </p:pic>
    </p:spTree>
    <p:extLst>
      <p:ext uri="{BB962C8B-B14F-4D97-AF65-F5344CB8AC3E}">
        <p14:creationId xmlns:p14="http://schemas.microsoft.com/office/powerpoint/2010/main" val="1895542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F6009-5000-02EF-114F-A051F9B2D8D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A19F67-CDAC-D7B6-A66B-850ED1467E03}"/>
              </a:ext>
            </a:extLst>
          </p:cNvPr>
          <p:cNvSpPr>
            <a:spLocks noGrp="1"/>
          </p:cNvSpPr>
          <p:nvPr>
            <p:ph type="sldNum" sz="quarter" idx="12"/>
          </p:nvPr>
        </p:nvSpPr>
        <p:spPr/>
        <p:txBody>
          <a:bodyPr/>
          <a:lstStyle/>
          <a:p>
            <a:fld id="{B3284CE9-EFAB-9F4B-868A-1F02DB69B64D}" type="slidenum">
              <a:rPr lang="en-GB" smtClean="0"/>
              <a:pPr/>
              <a:t>10</a:t>
            </a:fld>
            <a:endParaRPr lang="en-GB"/>
          </a:p>
        </p:txBody>
      </p:sp>
      <p:pic>
        <p:nvPicPr>
          <p:cNvPr id="6" name="Picture 5" descr="A diagram of a library&#10;&#10;AI-generated content may be incorrect.">
            <a:extLst>
              <a:ext uri="{FF2B5EF4-FFF2-40B4-BE49-F238E27FC236}">
                <a16:creationId xmlns:a16="http://schemas.microsoft.com/office/drawing/2014/main" id="{A49F3534-E4F0-A316-7D29-C4515FE35861}"/>
              </a:ext>
            </a:extLst>
          </p:cNvPr>
          <p:cNvPicPr>
            <a:picLocks noChangeAspect="1"/>
          </p:cNvPicPr>
          <p:nvPr/>
        </p:nvPicPr>
        <p:blipFill>
          <a:blip r:embed="rId2">
            <a:alphaModFix amt="35000"/>
          </a:blip>
          <a:stretch>
            <a:fillRect/>
          </a:stretch>
        </p:blipFill>
        <p:spPr>
          <a:xfrm>
            <a:off x="899299" y="1210721"/>
            <a:ext cx="10402693" cy="4436559"/>
          </a:xfrm>
          <a:prstGeom prst="rect">
            <a:avLst/>
          </a:prstGeom>
        </p:spPr>
      </p:pic>
      <p:pic>
        <p:nvPicPr>
          <p:cNvPr id="3" name="Picture 5" descr="A diagram of a library&#10;&#10;AI-generated content may be incorrect.">
            <a:extLst>
              <a:ext uri="{FF2B5EF4-FFF2-40B4-BE49-F238E27FC236}">
                <a16:creationId xmlns:a16="http://schemas.microsoft.com/office/drawing/2014/main" id="{89441A6E-5180-6479-93ED-17AA88FAB547}"/>
              </a:ext>
            </a:extLst>
          </p:cNvPr>
          <p:cNvPicPr>
            <a:picLocks noChangeAspect="1"/>
          </p:cNvPicPr>
          <p:nvPr/>
        </p:nvPicPr>
        <p:blipFill>
          <a:blip r:embed="rId2"/>
          <a:srcRect l="72245" t="58059" r="-90"/>
          <a:stretch>
            <a:fillRect/>
          </a:stretch>
        </p:blipFill>
        <p:spPr>
          <a:xfrm>
            <a:off x="8405446" y="3786554"/>
            <a:ext cx="2896545" cy="1860725"/>
          </a:xfrm>
          <a:prstGeom prst="rect">
            <a:avLst/>
          </a:prstGeom>
        </p:spPr>
      </p:pic>
    </p:spTree>
    <p:extLst>
      <p:ext uri="{BB962C8B-B14F-4D97-AF65-F5344CB8AC3E}">
        <p14:creationId xmlns:p14="http://schemas.microsoft.com/office/powerpoint/2010/main" val="2715533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2C953F02-092E-47DB-9399-244CC8A24032}"/>
              </a:ext>
            </a:extLst>
          </p:cNvPr>
          <p:cNvSpPr>
            <a:spLocks noGrp="1"/>
          </p:cNvSpPr>
          <p:nvPr>
            <p:ph type="sldNum" sz="quarter" idx="12"/>
          </p:nvPr>
        </p:nvSpPr>
        <p:spPr/>
        <p:txBody>
          <a:bodyPr/>
          <a:lstStyle/>
          <a:p>
            <a:fld id="{B3284CE9-EFAB-9F4B-868A-1F02DB69B64D}" type="slidenum">
              <a:rPr lang="en-GB" smtClean="0"/>
              <a:pPr/>
              <a:t>11</a:t>
            </a:fld>
            <a:endParaRPr lang="en-GB"/>
          </a:p>
        </p:txBody>
      </p:sp>
      <p:pic>
        <p:nvPicPr>
          <p:cNvPr id="9" name="Grafik 8" descr="Geöffnetes Buch Silhouette">
            <a:extLst>
              <a:ext uri="{FF2B5EF4-FFF2-40B4-BE49-F238E27FC236}">
                <a16:creationId xmlns:a16="http://schemas.microsoft.com/office/drawing/2014/main" id="{9D54F4BE-C796-084E-2E0E-45D586CFC85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954218" y="2414953"/>
            <a:ext cx="2028092" cy="2028092"/>
          </a:xfrm>
          <a:prstGeom prst="rect">
            <a:avLst/>
          </a:prstGeom>
        </p:spPr>
      </p:pic>
      <p:pic>
        <p:nvPicPr>
          <p:cNvPr id="11" name="Grafik 10" descr="Klemmbrett mit einfarbiger Füllung">
            <a:extLst>
              <a:ext uri="{FF2B5EF4-FFF2-40B4-BE49-F238E27FC236}">
                <a16:creationId xmlns:a16="http://schemas.microsoft.com/office/drawing/2014/main" id="{C539C500-BE24-2932-52F3-24B5D9B9557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09692" y="2584937"/>
            <a:ext cx="1477109" cy="1477109"/>
          </a:xfrm>
          <a:prstGeom prst="rect">
            <a:avLst/>
          </a:prstGeom>
        </p:spPr>
      </p:pic>
      <p:pic>
        <p:nvPicPr>
          <p:cNvPr id="13" name="Grafik 12" descr="Hinzufügen mit einfarbiger Füllung">
            <a:extLst>
              <a:ext uri="{FF2B5EF4-FFF2-40B4-BE49-F238E27FC236}">
                <a16:creationId xmlns:a16="http://schemas.microsoft.com/office/drawing/2014/main" id="{11147E12-DFAE-C3DC-F73D-37A757B7A6D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8800" y="2866291"/>
            <a:ext cx="914400" cy="914400"/>
          </a:xfrm>
          <a:prstGeom prst="rect">
            <a:avLst/>
          </a:prstGeom>
        </p:spPr>
      </p:pic>
    </p:spTree>
    <p:extLst>
      <p:ext uri="{BB962C8B-B14F-4D97-AF65-F5344CB8AC3E}">
        <p14:creationId xmlns:p14="http://schemas.microsoft.com/office/powerpoint/2010/main" val="4238757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606DB69E-4D62-3493-037D-A72F745B1BB1}"/>
              </a:ext>
            </a:extLst>
          </p:cNvPr>
          <p:cNvSpPr txBox="1"/>
          <p:nvPr/>
        </p:nvSpPr>
        <p:spPr>
          <a:xfrm>
            <a:off x="557963" y="260350"/>
            <a:ext cx="9138488" cy="936625"/>
          </a:xfrm>
          <a:prstGeom prst="rect">
            <a:avLst/>
          </a:prstGeom>
        </p:spPr>
        <p:txBody>
          <a:bodyPr vert="horz" lIns="0" tIns="45720" rIns="91440" bIns="45720" rtlCol="0" anchor="ctr">
            <a:normAutofit/>
          </a:bodyPr>
          <a:lstStyle/>
          <a:p>
            <a:pPr>
              <a:lnSpc>
                <a:spcPct val="90000"/>
              </a:lnSpc>
              <a:spcBef>
                <a:spcPct val="0"/>
              </a:spcBef>
              <a:spcAft>
                <a:spcPts val="600"/>
              </a:spcAft>
            </a:pPr>
            <a:r>
              <a:rPr lang="en-US" sz="2800" b="1">
                <a:latin typeface="+mj-lt"/>
                <a:ea typeface="+mj-ea"/>
                <a:cs typeface="+mj-cs"/>
              </a:rPr>
              <a:t>Structured Notes</a:t>
            </a:r>
          </a:p>
        </p:txBody>
      </p:sp>
      <p:pic>
        <p:nvPicPr>
          <p:cNvPr id="5" name="Grafik 4">
            <a:extLst>
              <a:ext uri="{FF2B5EF4-FFF2-40B4-BE49-F238E27FC236}">
                <a16:creationId xmlns:a16="http://schemas.microsoft.com/office/drawing/2014/main" id="{F1FB0334-B728-8B02-2555-1AEFFAEE3348}"/>
              </a:ext>
            </a:extLst>
          </p:cNvPr>
          <p:cNvPicPr>
            <a:picLocks noChangeAspect="1"/>
          </p:cNvPicPr>
          <p:nvPr/>
        </p:nvPicPr>
        <p:blipFill>
          <a:blip r:embed="rId2"/>
          <a:stretch>
            <a:fillRect/>
          </a:stretch>
        </p:blipFill>
        <p:spPr>
          <a:xfrm>
            <a:off x="1690496" y="1275711"/>
            <a:ext cx="8814934" cy="4958402"/>
          </a:xfrm>
          <a:prstGeom prst="rect">
            <a:avLst/>
          </a:prstGeom>
          <a:noFill/>
        </p:spPr>
      </p:pic>
      <p:sp>
        <p:nvSpPr>
          <p:cNvPr id="2" name="Foliennummernplatzhalter 1">
            <a:extLst>
              <a:ext uri="{FF2B5EF4-FFF2-40B4-BE49-F238E27FC236}">
                <a16:creationId xmlns:a16="http://schemas.microsoft.com/office/drawing/2014/main" id="{3ECEA27E-09ED-0936-1CD1-81375BEEDFC2}"/>
              </a:ext>
            </a:extLst>
          </p:cNvPr>
          <p:cNvSpPr>
            <a:spLocks noGrp="1"/>
          </p:cNvSpPr>
          <p:nvPr>
            <p:ph type="sldNum" sz="quarter" idx="12"/>
          </p:nvPr>
        </p:nvSpPr>
        <p:spPr>
          <a:xfrm>
            <a:off x="11641138" y="6508749"/>
            <a:ext cx="550862" cy="365125"/>
          </a:xfrm>
        </p:spPr>
        <p:txBody>
          <a:bodyPr vert="horz" lIns="91440" tIns="45720" rIns="91440" bIns="45720" rtlCol="0" anchor="ctr">
            <a:normAutofit/>
          </a:bodyPr>
          <a:lstStyle/>
          <a:p>
            <a:pPr>
              <a:spcAft>
                <a:spcPts val="600"/>
              </a:spcAft>
            </a:pPr>
            <a:fld id="{B3284CE9-EFAB-9F4B-868A-1F02DB69B64D}" type="slidenum">
              <a:rPr lang="en-GB" smtClean="0"/>
              <a:pPr>
                <a:spcAft>
                  <a:spcPts val="600"/>
                </a:spcAft>
              </a:pPr>
              <a:t>12</a:t>
            </a:fld>
            <a:endParaRPr lang="en-GB"/>
          </a:p>
        </p:txBody>
      </p:sp>
    </p:spTree>
    <p:extLst>
      <p:ext uri="{BB962C8B-B14F-4D97-AF65-F5344CB8AC3E}">
        <p14:creationId xmlns:p14="http://schemas.microsoft.com/office/powerpoint/2010/main" val="148708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6C249-9C7D-5105-1651-24884EA8F2A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580743-FAB6-C462-6E8A-0AC9F1323228}"/>
              </a:ext>
            </a:extLst>
          </p:cNvPr>
          <p:cNvSpPr>
            <a:spLocks noGrp="1"/>
          </p:cNvSpPr>
          <p:nvPr>
            <p:ph type="sldNum" sz="quarter" idx="12"/>
          </p:nvPr>
        </p:nvSpPr>
        <p:spPr/>
        <p:txBody>
          <a:bodyPr/>
          <a:lstStyle/>
          <a:p>
            <a:fld id="{B3284CE9-EFAB-9F4B-868A-1F02DB69B64D}" type="slidenum">
              <a:rPr lang="en-GB" smtClean="0"/>
              <a:pPr/>
              <a:t>13</a:t>
            </a:fld>
            <a:endParaRPr lang="en-GB"/>
          </a:p>
        </p:txBody>
      </p:sp>
      <p:pic>
        <p:nvPicPr>
          <p:cNvPr id="6" name="Picture 5" descr="A diagram of a library&#10;&#10;AI-generated content may be incorrect.">
            <a:extLst>
              <a:ext uri="{FF2B5EF4-FFF2-40B4-BE49-F238E27FC236}">
                <a16:creationId xmlns:a16="http://schemas.microsoft.com/office/drawing/2014/main" id="{8DBE7CB6-6D50-F5C5-F14C-16D31FD04149}"/>
              </a:ext>
            </a:extLst>
          </p:cNvPr>
          <p:cNvPicPr>
            <a:picLocks noChangeAspect="1"/>
          </p:cNvPicPr>
          <p:nvPr/>
        </p:nvPicPr>
        <p:blipFill>
          <a:blip r:embed="rId2">
            <a:alphaModFix amt="35000"/>
          </a:blip>
          <a:stretch>
            <a:fillRect/>
          </a:stretch>
        </p:blipFill>
        <p:spPr>
          <a:xfrm>
            <a:off x="899299" y="1210721"/>
            <a:ext cx="10402693" cy="4436559"/>
          </a:xfrm>
          <a:prstGeom prst="rect">
            <a:avLst/>
          </a:prstGeom>
        </p:spPr>
      </p:pic>
      <p:pic>
        <p:nvPicPr>
          <p:cNvPr id="3" name="Picture 5" descr="A diagram of a library&#10;&#10;AI-generated content may be incorrect.">
            <a:extLst>
              <a:ext uri="{FF2B5EF4-FFF2-40B4-BE49-F238E27FC236}">
                <a16:creationId xmlns:a16="http://schemas.microsoft.com/office/drawing/2014/main" id="{97C6297B-A474-FB15-7C1D-1B624BD37E69}"/>
              </a:ext>
            </a:extLst>
          </p:cNvPr>
          <p:cNvPicPr>
            <a:picLocks noChangeAspect="1"/>
          </p:cNvPicPr>
          <p:nvPr/>
        </p:nvPicPr>
        <p:blipFill>
          <a:blip r:embed="rId2"/>
          <a:srcRect l="47791" t="15517" b="48018"/>
          <a:stretch>
            <a:fillRect/>
          </a:stretch>
        </p:blipFill>
        <p:spPr>
          <a:xfrm>
            <a:off x="5861538" y="1899138"/>
            <a:ext cx="5431163" cy="1617785"/>
          </a:xfrm>
          <a:prstGeom prst="rect">
            <a:avLst/>
          </a:prstGeom>
        </p:spPr>
      </p:pic>
    </p:spTree>
    <p:extLst>
      <p:ext uri="{BB962C8B-B14F-4D97-AF65-F5344CB8AC3E}">
        <p14:creationId xmlns:p14="http://schemas.microsoft.com/office/powerpoint/2010/main" val="996235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F465EFFD-3075-4EF8-7A62-6D5BE9E3A8B5}"/>
              </a:ext>
            </a:extLst>
          </p:cNvPr>
          <p:cNvSpPr txBox="1"/>
          <p:nvPr/>
        </p:nvSpPr>
        <p:spPr>
          <a:xfrm>
            <a:off x="557416" y="260350"/>
            <a:ext cx="5545137" cy="936625"/>
          </a:xfrm>
          <a:prstGeom prst="rect">
            <a:avLst/>
          </a:prstGeom>
        </p:spPr>
        <p:txBody>
          <a:bodyPr vert="horz" lIns="0" tIns="45720" rIns="91440" bIns="45720" rtlCol="0" anchor="ctr">
            <a:normAutofit/>
          </a:bodyPr>
          <a:lstStyle/>
          <a:p>
            <a:pPr>
              <a:lnSpc>
                <a:spcPct val="90000"/>
              </a:lnSpc>
              <a:spcBef>
                <a:spcPct val="0"/>
              </a:spcBef>
              <a:spcAft>
                <a:spcPts val="600"/>
              </a:spcAft>
            </a:pPr>
            <a:r>
              <a:rPr lang="en-US" sz="2800" b="1">
                <a:latin typeface="+mj-lt"/>
                <a:ea typeface="+mj-ea"/>
                <a:cs typeface="+mj-cs"/>
              </a:rPr>
              <a:t>Exploration</a:t>
            </a:r>
          </a:p>
        </p:txBody>
      </p:sp>
      <p:sp>
        <p:nvSpPr>
          <p:cNvPr id="6" name="Textfeld 5">
            <a:extLst>
              <a:ext uri="{FF2B5EF4-FFF2-40B4-BE49-F238E27FC236}">
                <a16:creationId xmlns:a16="http://schemas.microsoft.com/office/drawing/2014/main" id="{ADBE1C1F-3B44-8754-4E5D-DD119B436897}"/>
              </a:ext>
            </a:extLst>
          </p:cNvPr>
          <p:cNvSpPr txBox="1"/>
          <p:nvPr/>
        </p:nvSpPr>
        <p:spPr>
          <a:xfrm>
            <a:off x="557619" y="1275632"/>
            <a:ext cx="5538381" cy="4961656"/>
          </a:xfrm>
          <a:prstGeom prst="rect">
            <a:avLst/>
          </a:prstGeom>
        </p:spPr>
        <p:txBody>
          <a:bodyPr vert="horz" lIns="0" tIns="45720" rIns="91440" bIns="45720" rtlCol="0">
            <a:normAutofit/>
          </a:bodyPr>
          <a:lstStyle/>
          <a:p>
            <a:pPr marL="182563" indent="-182563">
              <a:spcBef>
                <a:spcPts val="1800"/>
              </a:spcBef>
              <a:buFont typeface="Wingdings" pitchFamily="2" charset="2"/>
              <a:buChar char="§"/>
            </a:pPr>
            <a:r>
              <a:rPr lang="en-US" sz="2400" kern="1200" dirty="0">
                <a:latin typeface="+mn-lt"/>
                <a:ea typeface="+mn-ea"/>
                <a:cs typeface="+mn-cs"/>
              </a:rPr>
              <a:t>Other Research Fields</a:t>
            </a:r>
          </a:p>
          <a:p>
            <a:pPr marL="639763" lvl="1" indent="-182563">
              <a:spcBef>
                <a:spcPts val="1800"/>
              </a:spcBef>
              <a:buFont typeface="Wingdings" pitchFamily="2" charset="2"/>
              <a:buChar char="§"/>
            </a:pPr>
            <a:r>
              <a:rPr lang="en-US" sz="2400" kern="1200" dirty="0">
                <a:latin typeface="+mn-lt"/>
                <a:ea typeface="+mn-ea"/>
                <a:cs typeface="+mn-cs"/>
              </a:rPr>
              <a:t>Medical imaging</a:t>
            </a:r>
          </a:p>
          <a:p>
            <a:pPr marL="639763" lvl="1" indent="-182563">
              <a:spcBef>
                <a:spcPts val="1800"/>
              </a:spcBef>
              <a:buFont typeface="Wingdings" pitchFamily="2" charset="2"/>
              <a:buChar char="§"/>
            </a:pPr>
            <a:r>
              <a:rPr lang="en-US" sz="2400" kern="1200" dirty="0">
                <a:latin typeface="+mn-lt"/>
                <a:ea typeface="+mn-ea"/>
                <a:cs typeface="+mn-cs"/>
              </a:rPr>
              <a:t>Autonomous driving / robotics</a:t>
            </a:r>
          </a:p>
          <a:p>
            <a:pPr marL="639763" lvl="1" indent="-182563">
              <a:spcBef>
                <a:spcPts val="1800"/>
              </a:spcBef>
              <a:buFont typeface="Wingdings" pitchFamily="2" charset="2"/>
              <a:buChar char="§"/>
            </a:pPr>
            <a:r>
              <a:rPr lang="en-US" sz="2400" kern="1200" dirty="0">
                <a:latin typeface="+mn-lt"/>
                <a:ea typeface="+mn-ea"/>
                <a:cs typeface="+mn-cs"/>
              </a:rPr>
              <a:t>Remote sensing / earth observation</a:t>
            </a:r>
          </a:p>
          <a:p>
            <a:pPr marL="182563" indent="-182563">
              <a:spcBef>
                <a:spcPts val="1800"/>
              </a:spcBef>
              <a:buFont typeface="Wingdings" pitchFamily="2" charset="2"/>
              <a:buChar char="§"/>
            </a:pPr>
            <a:r>
              <a:rPr lang="en-US" sz="2400" kern="1200" dirty="0">
                <a:latin typeface="+mn-lt"/>
                <a:ea typeface="+mn-ea"/>
                <a:cs typeface="+mn-cs"/>
              </a:rPr>
              <a:t>Search queries</a:t>
            </a:r>
          </a:p>
        </p:txBody>
      </p:sp>
      <p:pic>
        <p:nvPicPr>
          <p:cNvPr id="5" name="Grafik 4" descr="Lupe mit einfarbiger Füllung">
            <a:extLst>
              <a:ext uri="{FF2B5EF4-FFF2-40B4-BE49-F238E27FC236}">
                <a16:creationId xmlns:a16="http://schemas.microsoft.com/office/drawing/2014/main" id="{DE5308A3-6BF2-05B8-F531-0E48A1A9735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28548" y="70335"/>
            <a:ext cx="2253280" cy="2253280"/>
          </a:xfrm>
          <a:prstGeom prst="rect">
            <a:avLst/>
          </a:prstGeom>
        </p:spPr>
      </p:pic>
      <p:sp>
        <p:nvSpPr>
          <p:cNvPr id="2" name="Foliennummernplatzhalter 1">
            <a:extLst>
              <a:ext uri="{FF2B5EF4-FFF2-40B4-BE49-F238E27FC236}">
                <a16:creationId xmlns:a16="http://schemas.microsoft.com/office/drawing/2014/main" id="{3B1BE8E4-F522-FB5E-4851-14CB3D0FFF86}"/>
              </a:ext>
            </a:extLst>
          </p:cNvPr>
          <p:cNvSpPr>
            <a:spLocks noGrp="1"/>
          </p:cNvSpPr>
          <p:nvPr>
            <p:ph type="sldNum" sz="quarter" idx="12"/>
          </p:nvPr>
        </p:nvSpPr>
        <p:spPr>
          <a:xfrm>
            <a:off x="11641138" y="6508749"/>
            <a:ext cx="550862" cy="365125"/>
          </a:xfrm>
        </p:spPr>
        <p:txBody>
          <a:bodyPr vert="horz" lIns="91440" tIns="45720" rIns="91440" bIns="45720" rtlCol="0" anchor="ctr">
            <a:normAutofit/>
          </a:bodyPr>
          <a:lstStyle/>
          <a:p>
            <a:pPr>
              <a:spcAft>
                <a:spcPts val="600"/>
              </a:spcAft>
            </a:pPr>
            <a:fld id="{B3284CE9-EFAB-9F4B-868A-1F02DB69B64D}" type="slidenum">
              <a:rPr lang="en-GB" smtClean="0"/>
              <a:pPr>
                <a:spcAft>
                  <a:spcPts val="600"/>
                </a:spcAft>
              </a:pPr>
              <a:t>14</a:t>
            </a:fld>
            <a:endParaRPr lang="en-GB"/>
          </a:p>
        </p:txBody>
      </p:sp>
    </p:spTree>
    <p:extLst>
      <p:ext uri="{BB962C8B-B14F-4D97-AF65-F5344CB8AC3E}">
        <p14:creationId xmlns:p14="http://schemas.microsoft.com/office/powerpoint/2010/main" val="3175224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69D919BC-924F-EBC2-58A5-7CA2B3561C97}"/>
              </a:ext>
            </a:extLst>
          </p:cNvPr>
          <p:cNvSpPr>
            <a:spLocks noGrp="1"/>
          </p:cNvSpPr>
          <p:nvPr>
            <p:ph type="title"/>
          </p:nvPr>
        </p:nvSpPr>
        <p:spPr>
          <a:xfrm>
            <a:off x="557963" y="260350"/>
            <a:ext cx="9138488" cy="936625"/>
          </a:xfrm>
        </p:spPr>
        <p:txBody>
          <a:bodyPr anchor="ctr">
            <a:normAutofit/>
          </a:bodyPr>
          <a:lstStyle/>
          <a:p>
            <a:r>
              <a:rPr lang="de-DE" dirty="0"/>
              <a:t>Impact</a:t>
            </a:r>
          </a:p>
        </p:txBody>
      </p:sp>
      <p:sp>
        <p:nvSpPr>
          <p:cNvPr id="2" name="Foliennummernplatzhalter 1">
            <a:extLst>
              <a:ext uri="{FF2B5EF4-FFF2-40B4-BE49-F238E27FC236}">
                <a16:creationId xmlns:a16="http://schemas.microsoft.com/office/drawing/2014/main" id="{A5791445-6065-715E-A0C9-C403FA789506}"/>
              </a:ext>
            </a:extLst>
          </p:cNvPr>
          <p:cNvSpPr>
            <a:spLocks noGrp="1"/>
          </p:cNvSpPr>
          <p:nvPr>
            <p:ph type="sldNum" sz="quarter" idx="12"/>
          </p:nvPr>
        </p:nvSpPr>
        <p:spPr>
          <a:xfrm>
            <a:off x="11641138" y="6508749"/>
            <a:ext cx="550862" cy="365125"/>
          </a:xfrm>
        </p:spPr>
        <p:txBody>
          <a:bodyPr anchor="ctr">
            <a:normAutofit/>
          </a:bodyPr>
          <a:lstStyle/>
          <a:p>
            <a:pPr>
              <a:spcAft>
                <a:spcPts val="600"/>
              </a:spcAft>
            </a:pPr>
            <a:fld id="{B3284CE9-EFAB-9F4B-868A-1F02DB69B64D}" type="slidenum">
              <a:rPr lang="en-GB" smtClean="0"/>
              <a:pPr>
                <a:spcAft>
                  <a:spcPts val="600"/>
                </a:spcAft>
              </a:pPr>
              <a:t>15</a:t>
            </a:fld>
            <a:endParaRPr lang="en-GB"/>
          </a:p>
        </p:txBody>
      </p:sp>
      <p:graphicFrame>
        <p:nvGraphicFramePr>
          <p:cNvPr id="6" name="Inhaltsplatzhalter 3">
            <a:extLst>
              <a:ext uri="{FF2B5EF4-FFF2-40B4-BE49-F238E27FC236}">
                <a16:creationId xmlns:a16="http://schemas.microsoft.com/office/drawing/2014/main" id="{A0ACA58E-F624-4712-FE93-56C4B2F1B685}"/>
              </a:ext>
            </a:extLst>
          </p:cNvPr>
          <p:cNvGraphicFramePr>
            <a:graphicFrameLocks noGrp="1"/>
          </p:cNvGraphicFramePr>
          <p:nvPr>
            <p:ph idx="1"/>
            <p:extLst>
              <p:ext uri="{D42A27DB-BD31-4B8C-83A1-F6EECF244321}">
                <p14:modId xmlns:p14="http://schemas.microsoft.com/office/powerpoint/2010/main" val="1528906980"/>
              </p:ext>
            </p:extLst>
          </p:nvPr>
        </p:nvGraphicFramePr>
        <p:xfrm>
          <a:off x="557962" y="1275711"/>
          <a:ext cx="11080002" cy="49584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62429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5D8056-CC8B-5FD5-AD3C-47481B990397}"/>
              </a:ext>
            </a:extLst>
          </p:cNvPr>
          <p:cNvSpPr>
            <a:spLocks noGrp="1"/>
          </p:cNvSpPr>
          <p:nvPr>
            <p:ph type="title"/>
          </p:nvPr>
        </p:nvSpPr>
        <p:spPr/>
        <p:txBody>
          <a:bodyPr/>
          <a:lstStyle/>
          <a:p>
            <a:r>
              <a:rPr lang="de-DE" dirty="0" err="1"/>
              <a:t>Risks</a:t>
            </a:r>
            <a:endParaRPr lang="de-DE" dirty="0"/>
          </a:p>
        </p:txBody>
      </p:sp>
      <p:sp>
        <p:nvSpPr>
          <p:cNvPr id="3" name="Inhaltsplatzhalter 2">
            <a:extLst>
              <a:ext uri="{FF2B5EF4-FFF2-40B4-BE49-F238E27FC236}">
                <a16:creationId xmlns:a16="http://schemas.microsoft.com/office/drawing/2014/main" id="{4472AB3A-6B5D-9DB8-147D-BE6A437A4CE9}"/>
              </a:ext>
            </a:extLst>
          </p:cNvPr>
          <p:cNvSpPr>
            <a:spLocks noGrp="1"/>
          </p:cNvSpPr>
          <p:nvPr>
            <p:ph idx="1"/>
          </p:nvPr>
        </p:nvSpPr>
        <p:spPr/>
        <p:txBody>
          <a:bodyPr/>
          <a:lstStyle/>
          <a:p>
            <a:r>
              <a:rPr lang="de-DE" dirty="0" err="1"/>
              <a:t>Missing</a:t>
            </a:r>
            <a:r>
              <a:rPr lang="de-DE" dirty="0"/>
              <a:t> </a:t>
            </a:r>
            <a:r>
              <a:rPr lang="de-DE" dirty="0" err="1"/>
              <a:t>papers</a:t>
            </a:r>
            <a:endParaRPr lang="de-DE" dirty="0"/>
          </a:p>
          <a:p>
            <a:r>
              <a:rPr lang="de-DE" dirty="0" err="1"/>
              <a:t>Hallucinations</a:t>
            </a:r>
            <a:endParaRPr lang="de-DE" dirty="0"/>
          </a:p>
          <a:p>
            <a:r>
              <a:rPr lang="de-DE" dirty="0"/>
              <a:t>Bias (Screening, Exploration)</a:t>
            </a:r>
          </a:p>
        </p:txBody>
      </p:sp>
      <p:sp>
        <p:nvSpPr>
          <p:cNvPr id="4" name="Foliennummernplatzhalter 3">
            <a:extLst>
              <a:ext uri="{FF2B5EF4-FFF2-40B4-BE49-F238E27FC236}">
                <a16:creationId xmlns:a16="http://schemas.microsoft.com/office/drawing/2014/main" id="{4248E149-C047-84B6-244A-4CAD046CA96A}"/>
              </a:ext>
            </a:extLst>
          </p:cNvPr>
          <p:cNvSpPr>
            <a:spLocks noGrp="1"/>
          </p:cNvSpPr>
          <p:nvPr>
            <p:ph type="sldNum" sz="quarter" idx="12"/>
          </p:nvPr>
        </p:nvSpPr>
        <p:spPr/>
        <p:txBody>
          <a:bodyPr/>
          <a:lstStyle/>
          <a:p>
            <a:fld id="{B3284CE9-EFAB-9F4B-868A-1F02DB69B64D}" type="slidenum">
              <a:rPr lang="en-GB" smtClean="0"/>
              <a:pPr/>
              <a:t>16</a:t>
            </a:fld>
            <a:endParaRPr lang="en-GB"/>
          </a:p>
        </p:txBody>
      </p:sp>
    </p:spTree>
    <p:extLst>
      <p:ext uri="{BB962C8B-B14F-4D97-AF65-F5344CB8AC3E}">
        <p14:creationId xmlns:p14="http://schemas.microsoft.com/office/powerpoint/2010/main" val="4177532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B7A5E-F31F-509C-20AE-208B4BBE9899}"/>
              </a:ext>
            </a:extLst>
          </p:cNvPr>
          <p:cNvSpPr>
            <a:spLocks noGrp="1"/>
          </p:cNvSpPr>
          <p:nvPr>
            <p:ph type="title" idx="4294967295"/>
          </p:nvPr>
        </p:nvSpPr>
        <p:spPr>
          <a:xfrm>
            <a:off x="557963" y="-936625"/>
            <a:ext cx="9138488" cy="936625"/>
          </a:xfrm>
        </p:spPr>
        <p:txBody>
          <a:bodyPr vert="horz" lIns="0" tIns="45720" rIns="91440" bIns="45720" rtlCol="0" anchor="b">
            <a:normAutofit/>
          </a:bodyPr>
          <a:lstStyle/>
          <a:p>
            <a:r>
              <a:rPr lang="sv-SE" dirty="0"/>
              <a:t>Luleå University </a:t>
            </a:r>
            <a:r>
              <a:rPr lang="sv-SE" dirty="0" err="1"/>
              <a:t>of</a:t>
            </a:r>
            <a:r>
              <a:rPr lang="sv-SE" dirty="0"/>
              <a:t> </a:t>
            </a:r>
            <a:r>
              <a:rPr lang="sv-SE" dirty="0" err="1"/>
              <a:t>Technology</a:t>
            </a:r>
            <a:r>
              <a:rPr lang="sv-SE" dirty="0"/>
              <a:t> Logotype</a:t>
            </a:r>
          </a:p>
        </p:txBody>
      </p:sp>
    </p:spTree>
    <p:extLst>
      <p:ext uri="{BB962C8B-B14F-4D97-AF65-F5344CB8AC3E}">
        <p14:creationId xmlns:p14="http://schemas.microsoft.com/office/powerpoint/2010/main" val="354449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LTU-Theme">
  <a:themeElements>
    <a:clrScheme name="LTU Template Colours - Blue Background">
      <a:dk1>
        <a:srgbClr val="13345E"/>
      </a:dk1>
      <a:lt1>
        <a:srgbClr val="FFFFFF"/>
      </a:lt1>
      <a:dk2>
        <a:srgbClr val="032040"/>
      </a:dk2>
      <a:lt2>
        <a:srgbClr val="E2EEF7"/>
      </a:lt2>
      <a:accent1>
        <a:srgbClr val="0C5089"/>
      </a:accent1>
      <a:accent2>
        <a:srgbClr val="106DBA"/>
      </a:accent2>
      <a:accent3>
        <a:srgbClr val="1587E7"/>
      </a:accent3>
      <a:accent4>
        <a:srgbClr val="34B3FF"/>
      </a:accent4>
      <a:accent5>
        <a:srgbClr val="9ECFF5"/>
      </a:accent5>
      <a:accent6>
        <a:srgbClr val="81A6BF"/>
      </a:accent6>
      <a:hlink>
        <a:srgbClr val="65B3FE"/>
      </a:hlink>
      <a:folHlink>
        <a:srgbClr val="8EABD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88A5BD"/>
        </a:solidFill>
        <a:ln>
          <a:noFill/>
        </a:ln>
        <a:effectLst/>
      </a:spPr>
      <a:bodyPr rtlCol="0" anchor="ctr"/>
      <a:lstStyle>
        <a:defPPr algn="ctr">
          <a:defRPr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rgbClr val="A8BFDA"/>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Presentation LTU 01 Eng TG 01.potx" id="{87109E8A-6729-46FC-B6DE-FDFBB1F52BAE}" vid="{1321E38D-2E6B-4396-8359-DE91F9C5CE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C8DC44B-04C2-F34A-A1AE-708D3C85935A}">
  <we:reference id="wa104178141" version="4.3.3.0" store="en-GB" storeType="OMEX"/>
  <we:alternateReferences>
    <we:reference id="wa104178141" version="4.3.3.0" store=""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dlc_DocId xmlns="0088946d-bdef-4fad-b37b-e31adddb7e89">E7NQJHAFHUH2-368065931-40</_dlc_DocId>
    <_dlc_DocIdUrl xmlns="0088946d-bdef-4fad-b37b-e31adddb7e89">
      <Url>https://ltuse.sharepoint.com/sites/LTUAssetsLibrary/_layouts/15/DocIdRedir.aspx?ID=E7NQJHAFHUH2-368065931-40</Url>
      <Description>E7NQJHAFHUH2-368065931-40</Description>
    </_dlc_DocIdUrl>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DF61D0DD42AB3249993904CFABCDAE80" ma:contentTypeVersion="4" ma:contentTypeDescription="Create a new document." ma:contentTypeScope="" ma:versionID="2d105c0b67c761e3387828673666d8cd">
  <xsd:schema xmlns:xsd="http://www.w3.org/2001/XMLSchema" xmlns:xs="http://www.w3.org/2001/XMLSchema" xmlns:p="http://schemas.microsoft.com/office/2006/metadata/properties" xmlns:ns2="0088946d-bdef-4fad-b37b-e31adddb7e89" xmlns:ns3="20868a10-fa3c-46c5-9161-2f38a4d646d4" targetNamespace="http://schemas.microsoft.com/office/2006/metadata/properties" ma:root="true" ma:fieldsID="66f4f8b55ebb6238b14f21508dfb2dfb" ns2:_="" ns3:_="">
    <xsd:import namespace="0088946d-bdef-4fad-b37b-e31adddb7e89"/>
    <xsd:import namespace="20868a10-fa3c-46c5-9161-2f38a4d646d4"/>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088946d-bdef-4fad-b37b-e31adddb7e89"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20868a10-fa3c-46c5-9161-2f38a4d646d4"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1DE2711-1470-47D5-8E7A-14B4DD1699C4}">
  <ds:schemaRefs>
    <ds:schemaRef ds:uri="http://schemas.microsoft.com/sharepoint/events"/>
  </ds:schemaRefs>
</ds:datastoreItem>
</file>

<file path=customXml/itemProps2.xml><?xml version="1.0" encoding="utf-8"?>
<ds:datastoreItem xmlns:ds="http://schemas.openxmlformats.org/officeDocument/2006/customXml" ds:itemID="{0C168D8C-2C5E-4DFA-ABFE-FBE0F2983F3F}">
  <ds:schemaRefs>
    <ds:schemaRef ds:uri="http://schemas.microsoft.com/sharepoint/v3/contenttype/forms"/>
  </ds:schemaRefs>
</ds:datastoreItem>
</file>

<file path=customXml/itemProps3.xml><?xml version="1.0" encoding="utf-8"?>
<ds:datastoreItem xmlns:ds="http://schemas.openxmlformats.org/officeDocument/2006/customXml" ds:itemID="{81516F87-5F8D-4D85-9C4A-D83A90F74D43}">
  <ds:schemaRefs>
    <ds:schemaRef ds:uri="http://schemas.microsoft.com/office/2006/metadata/properties"/>
    <ds:schemaRef ds:uri="http://schemas.microsoft.com/office/infopath/2007/PartnerControls"/>
    <ds:schemaRef ds:uri="0088946d-bdef-4fad-b37b-e31adddb7e89"/>
  </ds:schemaRefs>
</ds:datastoreItem>
</file>

<file path=customXml/itemProps4.xml><?xml version="1.0" encoding="utf-8"?>
<ds:datastoreItem xmlns:ds="http://schemas.openxmlformats.org/officeDocument/2006/customXml" ds:itemID="{95B01A79-B95B-4976-9593-0689B6F6EC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088946d-bdef-4fad-b37b-e31adddb7e89"/>
    <ds:schemaRef ds:uri="20868a10-fa3c-46c5-9161-2f38a4d646d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5453408b-a6cd-4c1e-8b10-18b500fb544e}" enabled="0" method="" siteId="{5453408b-a6cd-4c1e-8b10-18b500fb544e}" removed="1"/>
</clbl:labelList>
</file>

<file path=docProps/app.xml><?xml version="1.0" encoding="utf-8"?>
<Properties xmlns="http://schemas.openxmlformats.org/officeDocument/2006/extended-properties" xmlns:vt="http://schemas.openxmlformats.org/officeDocument/2006/docPropsVTypes">
  <Template/>
  <TotalTime>0</TotalTime>
  <Words>120</Words>
  <Application>Microsoft Office PowerPoint</Application>
  <PresentationFormat>Breitbild</PresentationFormat>
  <Paragraphs>55</Paragraphs>
  <Slides>17</Slides>
  <Notes>0</Notes>
  <HiddenSlides>2</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17</vt:i4>
      </vt:variant>
    </vt:vector>
  </HeadingPairs>
  <TitlesOfParts>
    <vt:vector size="22" baseType="lpstr">
      <vt:lpstr>Arial</vt:lpstr>
      <vt:lpstr>Calibri</vt:lpstr>
      <vt:lpstr>Helvetica Neue Light</vt:lpstr>
      <vt:lpstr>Wingdings</vt:lpstr>
      <vt:lpstr>LTU-Theme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Impact</vt:lpstr>
      <vt:lpstr>Risks</vt:lpstr>
      <vt:lpstr>Luleå University of Technology Logotype</vt:lpstr>
    </vt:vector>
  </TitlesOfParts>
  <Company>LTU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Britta Wilde</cp:lastModifiedBy>
  <cp:revision>55</cp:revision>
  <dcterms:created xsi:type="dcterms:W3CDTF">2026-05-06T03:42:45Z</dcterms:created>
  <dcterms:modified xsi:type="dcterms:W3CDTF">2026-05-06T06:41:38Z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0x010100DF61D0DD42AB3249993904CFABCDAE80</vt:lpwstr>
  </property>
  <property fmtid="{D5CDD505-2E9C-101B-9397-08002B2CF9AE}" pid="3" name="_dlc_DocIdItemGuid">
    <vt:lpwstr>92276084-6ff4-4ce5-a665-f6c27317b798</vt:lpwstr>
  </property>
</Properties>
</file>